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463" r:id="rId5"/>
    <p:sldId id="489" r:id="rId6"/>
    <p:sldId id="504" r:id="rId7"/>
    <p:sldId id="490" r:id="rId8"/>
    <p:sldId id="505" r:id="rId9"/>
    <p:sldId id="506" r:id="rId10"/>
    <p:sldId id="515" r:id="rId11"/>
    <p:sldId id="507" r:id="rId12"/>
    <p:sldId id="508" r:id="rId13"/>
    <p:sldId id="512" r:id="rId14"/>
    <p:sldId id="510" r:id="rId15"/>
    <p:sldId id="513" r:id="rId16"/>
    <p:sldId id="51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3" orient="horz" pos="216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BEE6"/>
    <a:srgbClr val="FFFFFF"/>
    <a:srgbClr val="009CDE"/>
    <a:srgbClr val="FFD200"/>
    <a:srgbClr val="1E407C"/>
    <a:srgbClr val="25324A"/>
    <a:srgbClr val="F0F0F0"/>
    <a:srgbClr val="000000"/>
    <a:srgbClr val="A3AAAE"/>
    <a:srgbClr val="C7CC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06E9EF-B094-420B-ADCE-2A77A317DCFF}" v="1" dt="2026-04-14T02:33:04.116"/>
  </p1510:revLst>
</p1510:revInfo>
</file>

<file path=ppt/tableStyles.xml><?xml version="1.0" encoding="utf-8"?>
<a:tblStyleLst xmlns:a="http://schemas.openxmlformats.org/drawingml/2006/main" def="{D27102A9-8310-4765-A935-A1911B00CA5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86" autoAdjust="0"/>
    <p:restoredTop sz="86421"/>
  </p:normalViewPr>
  <p:slideViewPr>
    <p:cSldViewPr snapToGrid="0">
      <p:cViewPr varScale="1">
        <p:scale>
          <a:sx n="82" d="100"/>
          <a:sy n="82" d="100"/>
        </p:scale>
        <p:origin x="490" y="72"/>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7776" y="193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safia, Assia" userId="39b78ad8-956c-49f1-b02b-7c7225becc10" providerId="ADAL" clId="{82585B8D-5503-44F5-B9F6-5972DB2122C5}"/>
    <pc:docChg chg="modSld">
      <pc:chgData name="Bensafia, Assia" userId="39b78ad8-956c-49f1-b02b-7c7225becc10" providerId="ADAL" clId="{82585B8D-5503-44F5-B9F6-5972DB2122C5}" dt="2026-04-14T02:35:46.189" v="25" actId="20577"/>
      <pc:docMkLst>
        <pc:docMk/>
      </pc:docMkLst>
      <pc:sldChg chg="modSp mod">
        <pc:chgData name="Bensafia, Assia" userId="39b78ad8-956c-49f1-b02b-7c7225becc10" providerId="ADAL" clId="{82585B8D-5503-44F5-B9F6-5972DB2122C5}" dt="2026-04-14T02:35:46.189" v="25" actId="20577"/>
        <pc:sldMkLst>
          <pc:docMk/>
          <pc:sldMk cId="231819908" sldId="506"/>
        </pc:sldMkLst>
        <pc:spChg chg="mod">
          <ac:chgData name="Bensafia, Assia" userId="39b78ad8-956c-49f1-b02b-7c7225becc10" providerId="ADAL" clId="{82585B8D-5503-44F5-B9F6-5972DB2122C5}" dt="2026-04-14T02:33:33.469" v="13" actId="1076"/>
          <ac:spMkLst>
            <pc:docMk/>
            <pc:sldMk cId="231819908" sldId="506"/>
            <ac:spMk id="2" creationId="{0684BC44-B964-DF8B-59C9-8DD619D1D36C}"/>
          </ac:spMkLst>
        </pc:spChg>
        <pc:spChg chg="mod">
          <ac:chgData name="Bensafia, Assia" userId="39b78ad8-956c-49f1-b02b-7c7225becc10" providerId="ADAL" clId="{82585B8D-5503-44F5-B9F6-5972DB2122C5}" dt="2026-04-14T02:35:46.189" v="25" actId="20577"/>
          <ac:spMkLst>
            <pc:docMk/>
            <pc:sldMk cId="231819908" sldId="506"/>
            <ac:spMk id="4" creationId="{C20143D8-561A-BBC4-C4D9-BC2BFC988B80}"/>
          </ac:spMkLst>
        </pc:spChg>
        <pc:graphicFrameChg chg="mod modGraphic">
          <ac:chgData name="Bensafia, Assia" userId="39b78ad8-956c-49f1-b02b-7c7225becc10" providerId="ADAL" clId="{82585B8D-5503-44F5-B9F6-5972DB2122C5}" dt="2026-04-14T02:33:38.384" v="14" actId="1076"/>
          <ac:graphicFrameMkLst>
            <pc:docMk/>
            <pc:sldMk cId="231819908" sldId="506"/>
            <ac:graphicFrameMk id="3" creationId="{7679F1E8-7F59-36FD-6AA3-A295E69D5EB1}"/>
          </ac:graphicFrameMkLst>
        </pc:graphicFrameChg>
      </pc:sldChg>
    </pc:docChg>
  </pc:docChgLst>
  <pc:docChgLst>
    <pc:chgData name="Greway, Darren M" userId="S::dmg138@psu.edu::62b4401a-e79c-40c4-94a6-4571a63161cb" providerId="AD" clId="Web-{DC53A257-68D5-5C28-A46A-07CBF6E1E0FB}"/>
    <pc:docChg chg="addSld modSld sldOrd">
      <pc:chgData name="Greway, Darren M" userId="S::dmg138@psu.edu::62b4401a-e79c-40c4-94a6-4571a63161cb" providerId="AD" clId="Web-{DC53A257-68D5-5C28-A46A-07CBF6E1E0FB}" dt="2026-04-12T04:11:15.356" v="1242"/>
      <pc:docMkLst>
        <pc:docMk/>
      </pc:docMkLst>
      <pc:sldChg chg="addSp modSp">
        <pc:chgData name="Greway, Darren M" userId="S::dmg138@psu.edu::62b4401a-e79c-40c4-94a6-4571a63161cb" providerId="AD" clId="Web-{DC53A257-68D5-5C28-A46A-07CBF6E1E0FB}" dt="2026-04-12T04:11:15.356" v="1242"/>
        <pc:sldMkLst>
          <pc:docMk/>
          <pc:sldMk cId="0" sldId="463"/>
        </pc:sldMkLst>
        <pc:spChg chg="mod">
          <ac:chgData name="Greway, Darren M" userId="S::dmg138@psu.edu::62b4401a-e79c-40c4-94a6-4571a63161cb" providerId="AD" clId="Web-{DC53A257-68D5-5C28-A46A-07CBF6E1E0FB}" dt="2026-04-12T04:10:58.653" v="1220" actId="20577"/>
          <ac:spMkLst>
            <pc:docMk/>
            <pc:sldMk cId="0" sldId="463"/>
            <ac:spMk id="2" creationId="{00000000-0000-0000-0000-000000000000}"/>
          </ac:spMkLst>
        </pc:spChg>
        <pc:spChg chg="mod">
          <ac:chgData name="Greway, Darren M" userId="S::dmg138@psu.edu::62b4401a-e79c-40c4-94a6-4571a63161cb" providerId="AD" clId="Web-{DC53A257-68D5-5C28-A46A-07CBF6E1E0FB}" dt="2026-04-12T04:11:03.137" v="1225" actId="20577"/>
          <ac:spMkLst>
            <pc:docMk/>
            <pc:sldMk cId="0" sldId="463"/>
            <ac:spMk id="3" creationId="{00000000-0000-0000-0000-000000000000}"/>
          </ac:spMkLst>
        </pc:spChg>
        <pc:spChg chg="add mod">
          <ac:chgData name="Greway, Darren M" userId="S::dmg138@psu.edu::62b4401a-e79c-40c4-94a6-4571a63161cb" providerId="AD" clId="Web-{DC53A257-68D5-5C28-A46A-07CBF6E1E0FB}" dt="2026-04-12T04:11:15.356" v="1242"/>
          <ac:spMkLst>
            <pc:docMk/>
            <pc:sldMk cId="0" sldId="463"/>
            <ac:spMk id="5" creationId="{11B65318-F22F-5BC9-EA14-BF1DC6A9B418}"/>
          </ac:spMkLst>
        </pc:spChg>
      </pc:sldChg>
      <pc:sldChg chg="modSp">
        <pc:chgData name="Greway, Darren M" userId="S::dmg138@psu.edu::62b4401a-e79c-40c4-94a6-4571a63161cb" providerId="AD" clId="Web-{DC53A257-68D5-5C28-A46A-07CBF6E1E0FB}" dt="2026-04-12T03:59:00.393" v="1036" actId="20577"/>
        <pc:sldMkLst>
          <pc:docMk/>
          <pc:sldMk cId="115645283" sldId="504"/>
        </pc:sldMkLst>
        <pc:spChg chg="mod">
          <ac:chgData name="Greway, Darren M" userId="S::dmg138@psu.edu::62b4401a-e79c-40c4-94a6-4571a63161cb" providerId="AD" clId="Web-{DC53A257-68D5-5C28-A46A-07CBF6E1E0FB}" dt="2026-04-12T03:59:00.393" v="1036" actId="20577"/>
          <ac:spMkLst>
            <pc:docMk/>
            <pc:sldMk cId="115645283" sldId="504"/>
            <ac:spMk id="6" creationId="{EC0EB47D-59FF-169B-C483-92BBCE978424}"/>
          </ac:spMkLst>
        </pc:spChg>
      </pc:sldChg>
      <pc:sldChg chg="addSp delSp modSp">
        <pc:chgData name="Greway, Darren M" userId="S::dmg138@psu.edu::62b4401a-e79c-40c4-94a6-4571a63161cb" providerId="AD" clId="Web-{DC53A257-68D5-5C28-A46A-07CBF6E1E0FB}" dt="2026-04-12T03:59:57.986" v="1043"/>
        <pc:sldMkLst>
          <pc:docMk/>
          <pc:sldMk cId="2207326883" sldId="505"/>
        </pc:sldMkLst>
        <pc:spChg chg="add mod">
          <ac:chgData name="Greway, Darren M" userId="S::dmg138@psu.edu::62b4401a-e79c-40c4-94a6-4571a63161cb" providerId="AD" clId="Web-{DC53A257-68D5-5C28-A46A-07CBF6E1E0FB}" dt="2026-04-12T03:59:57.986" v="1043"/>
          <ac:spMkLst>
            <pc:docMk/>
            <pc:sldMk cId="2207326883" sldId="505"/>
            <ac:spMk id="3" creationId="{43E7E154-0E8D-9117-86CC-4FEEACCD4A56}"/>
          </ac:spMkLst>
        </pc:spChg>
        <pc:spChg chg="mod">
          <ac:chgData name="Greway, Darren M" userId="S::dmg138@psu.edu::62b4401a-e79c-40c4-94a6-4571a63161cb" providerId="AD" clId="Web-{DC53A257-68D5-5C28-A46A-07CBF6E1E0FB}" dt="2026-04-12T03:59:36.752" v="1041" actId="20577"/>
          <ac:spMkLst>
            <pc:docMk/>
            <pc:sldMk cId="2207326883" sldId="505"/>
            <ac:spMk id="12" creationId="{A6D5C853-4E65-52BC-982B-AB926367B037}"/>
          </ac:spMkLst>
        </pc:spChg>
      </pc:sldChg>
      <pc:sldChg chg="addSp modSp">
        <pc:chgData name="Greway, Darren M" userId="S::dmg138@psu.edu::62b4401a-e79c-40c4-94a6-4571a63161cb" providerId="AD" clId="Web-{DC53A257-68D5-5C28-A46A-07CBF6E1E0FB}" dt="2026-04-12T03:58:22.190" v="1033" actId="20577"/>
        <pc:sldMkLst>
          <pc:docMk/>
          <pc:sldMk cId="231819908" sldId="506"/>
        </pc:sldMkLst>
        <pc:spChg chg="add mod">
          <ac:chgData name="Greway, Darren M" userId="S::dmg138@psu.edu::62b4401a-e79c-40c4-94a6-4571a63161cb" providerId="AD" clId="Web-{DC53A257-68D5-5C28-A46A-07CBF6E1E0FB}" dt="2026-04-12T03:58:22.190" v="1033" actId="20577"/>
          <ac:spMkLst>
            <pc:docMk/>
            <pc:sldMk cId="231819908" sldId="506"/>
            <ac:spMk id="4" creationId="{C20143D8-561A-BBC4-C4D9-BC2BFC988B80}"/>
          </ac:spMkLst>
        </pc:spChg>
        <pc:graphicFrameChg chg="mod modGraphic">
          <ac:chgData name="Greway, Darren M" userId="S::dmg138@psu.edu::62b4401a-e79c-40c4-94a6-4571a63161cb" providerId="AD" clId="Web-{DC53A257-68D5-5C28-A46A-07CBF6E1E0FB}" dt="2026-04-12T03:56:35.440" v="953" actId="1076"/>
          <ac:graphicFrameMkLst>
            <pc:docMk/>
            <pc:sldMk cId="231819908" sldId="506"/>
            <ac:graphicFrameMk id="3" creationId="{7679F1E8-7F59-36FD-6AA3-A295E69D5EB1}"/>
          </ac:graphicFrameMkLst>
        </pc:graphicFrameChg>
      </pc:sldChg>
      <pc:sldChg chg="modSp">
        <pc:chgData name="Greway, Darren M" userId="S::dmg138@psu.edu::62b4401a-e79c-40c4-94a6-4571a63161cb" providerId="AD" clId="Web-{DC53A257-68D5-5C28-A46A-07CBF6E1E0FB}" dt="2026-04-12T03:31:07.658" v="18" actId="20577"/>
        <pc:sldMkLst>
          <pc:docMk/>
          <pc:sldMk cId="2474202514" sldId="507"/>
        </pc:sldMkLst>
        <pc:spChg chg="mod">
          <ac:chgData name="Greway, Darren M" userId="S::dmg138@psu.edu::62b4401a-e79c-40c4-94a6-4571a63161cb" providerId="AD" clId="Web-{DC53A257-68D5-5C28-A46A-07CBF6E1E0FB}" dt="2026-04-12T03:31:07.658" v="18" actId="20577"/>
          <ac:spMkLst>
            <pc:docMk/>
            <pc:sldMk cId="2474202514" sldId="507"/>
            <ac:spMk id="4" creationId="{E1AAA2F7-CC23-4B2C-7E6A-6912A83C3FC5}"/>
          </ac:spMkLst>
        </pc:spChg>
      </pc:sldChg>
      <pc:sldChg chg="modSp">
        <pc:chgData name="Greway, Darren M" userId="S::dmg138@psu.edu::62b4401a-e79c-40c4-94a6-4571a63161cb" providerId="AD" clId="Web-{DC53A257-68D5-5C28-A46A-07CBF6E1E0FB}" dt="2026-04-12T04:07:30.659" v="1133" actId="20577"/>
        <pc:sldMkLst>
          <pc:docMk/>
          <pc:sldMk cId="4287593376" sldId="508"/>
        </pc:sldMkLst>
        <pc:spChg chg="mod">
          <ac:chgData name="Greway, Darren M" userId="S::dmg138@psu.edu::62b4401a-e79c-40c4-94a6-4571a63161cb" providerId="AD" clId="Web-{DC53A257-68D5-5C28-A46A-07CBF6E1E0FB}" dt="2026-04-12T04:07:30.659" v="1133" actId="20577"/>
          <ac:spMkLst>
            <pc:docMk/>
            <pc:sldMk cId="4287593376" sldId="508"/>
            <ac:spMk id="2" creationId="{8C945DE7-2800-B464-FED8-B86892C74E55}"/>
          </ac:spMkLst>
        </pc:spChg>
        <pc:spChg chg="mod">
          <ac:chgData name="Greway, Darren M" userId="S::dmg138@psu.edu::62b4401a-e79c-40c4-94a6-4571a63161cb" providerId="AD" clId="Web-{DC53A257-68D5-5C28-A46A-07CBF6E1E0FB}" dt="2026-04-12T04:01:34.315" v="1067" actId="1076"/>
          <ac:spMkLst>
            <pc:docMk/>
            <pc:sldMk cId="4287593376" sldId="508"/>
            <ac:spMk id="4" creationId="{4757F5C7-26E3-CBBE-E894-3A88C0E1ED38}"/>
          </ac:spMkLst>
        </pc:spChg>
      </pc:sldChg>
      <pc:sldChg chg="modSp">
        <pc:chgData name="Greway, Darren M" userId="S::dmg138@psu.edu::62b4401a-e79c-40c4-94a6-4571a63161cb" providerId="AD" clId="Web-{DC53A257-68D5-5C28-A46A-07CBF6E1E0FB}" dt="2026-04-12T04:03:18.393" v="1111" actId="20577"/>
        <pc:sldMkLst>
          <pc:docMk/>
          <pc:sldMk cId="1256793150" sldId="510"/>
        </pc:sldMkLst>
        <pc:spChg chg="mod">
          <ac:chgData name="Greway, Darren M" userId="S::dmg138@psu.edu::62b4401a-e79c-40c4-94a6-4571a63161cb" providerId="AD" clId="Web-{DC53A257-68D5-5C28-A46A-07CBF6E1E0FB}" dt="2026-04-12T04:03:18.393" v="1111" actId="20577"/>
          <ac:spMkLst>
            <pc:docMk/>
            <pc:sldMk cId="1256793150" sldId="510"/>
            <ac:spMk id="4" creationId="{D6C16799-4988-E85A-8CCB-7275488CF5AF}"/>
          </ac:spMkLst>
        </pc:spChg>
        <pc:picChg chg="mod">
          <ac:chgData name="Greway, Darren M" userId="S::dmg138@psu.edu::62b4401a-e79c-40c4-94a6-4571a63161cb" providerId="AD" clId="Web-{DC53A257-68D5-5C28-A46A-07CBF6E1E0FB}" dt="2026-04-12T03:45:01.600" v="362" actId="14100"/>
          <ac:picMkLst>
            <pc:docMk/>
            <pc:sldMk cId="1256793150" sldId="510"/>
            <ac:picMk id="6" creationId="{DB37DE0A-BFCD-14F2-2A45-BCDC925A6E40}"/>
          </ac:picMkLst>
        </pc:picChg>
      </pc:sldChg>
      <pc:sldChg chg="modSp">
        <pc:chgData name="Greway, Darren M" userId="S::dmg138@psu.edu::62b4401a-e79c-40c4-94a6-4571a63161cb" providerId="AD" clId="Web-{DC53A257-68D5-5C28-A46A-07CBF6E1E0FB}" dt="2026-04-12T04:08:06.521" v="1150" actId="20577"/>
        <pc:sldMkLst>
          <pc:docMk/>
          <pc:sldMk cId="3749138268" sldId="512"/>
        </pc:sldMkLst>
        <pc:spChg chg="mod">
          <ac:chgData name="Greway, Darren M" userId="S::dmg138@psu.edu::62b4401a-e79c-40c4-94a6-4571a63161cb" providerId="AD" clId="Web-{DC53A257-68D5-5C28-A46A-07CBF6E1E0FB}" dt="2026-04-12T04:08:06.521" v="1150" actId="20577"/>
          <ac:spMkLst>
            <pc:docMk/>
            <pc:sldMk cId="3749138268" sldId="512"/>
            <ac:spMk id="4" creationId="{6E8B9253-5CDB-694E-62DE-0F0C3D23A168}"/>
          </ac:spMkLst>
        </pc:spChg>
      </pc:sldChg>
      <pc:sldChg chg="modSp">
        <pc:chgData name="Greway, Darren M" userId="S::dmg138@psu.edu::62b4401a-e79c-40c4-94a6-4571a63161cb" providerId="AD" clId="Web-{DC53A257-68D5-5C28-A46A-07CBF6E1E0FB}" dt="2026-04-12T04:03:31.378" v="1112" actId="20577"/>
        <pc:sldMkLst>
          <pc:docMk/>
          <pc:sldMk cId="3762197853" sldId="513"/>
        </pc:sldMkLst>
        <pc:spChg chg="mod">
          <ac:chgData name="Greway, Darren M" userId="S::dmg138@psu.edu::62b4401a-e79c-40c4-94a6-4571a63161cb" providerId="AD" clId="Web-{DC53A257-68D5-5C28-A46A-07CBF6E1E0FB}" dt="2026-04-12T04:03:31.378" v="1112" actId="20577"/>
          <ac:spMkLst>
            <pc:docMk/>
            <pc:sldMk cId="3762197853" sldId="513"/>
            <ac:spMk id="4" creationId="{DF53012C-84D6-8D75-6C31-87F7E49D5552}"/>
          </ac:spMkLst>
        </pc:spChg>
      </pc:sldChg>
      <pc:sldChg chg="modSp">
        <pc:chgData name="Greway, Darren M" userId="S::dmg138@psu.edu::62b4401a-e79c-40c4-94a6-4571a63161cb" providerId="AD" clId="Web-{DC53A257-68D5-5C28-A46A-07CBF6E1E0FB}" dt="2026-04-12T03:35:36.545" v="331" actId="20577"/>
        <pc:sldMkLst>
          <pc:docMk/>
          <pc:sldMk cId="1093230751" sldId="514"/>
        </pc:sldMkLst>
        <pc:spChg chg="mod">
          <ac:chgData name="Greway, Darren M" userId="S::dmg138@psu.edu::62b4401a-e79c-40c4-94a6-4571a63161cb" providerId="AD" clId="Web-{DC53A257-68D5-5C28-A46A-07CBF6E1E0FB}" dt="2026-04-12T03:35:36.545" v="331" actId="20577"/>
          <ac:spMkLst>
            <pc:docMk/>
            <pc:sldMk cId="1093230751" sldId="514"/>
            <ac:spMk id="4" creationId="{7393F1AE-F555-ACF3-BD7E-BA3BC7D9AD1A}"/>
          </ac:spMkLst>
        </pc:spChg>
      </pc:sldChg>
      <pc:sldChg chg="addSp delSp modSp new mod ord modClrScheme chgLayout">
        <pc:chgData name="Greway, Darren M" userId="S::dmg138@psu.edu::62b4401a-e79c-40c4-94a6-4571a63161cb" providerId="AD" clId="Web-{DC53A257-68D5-5C28-A46A-07CBF6E1E0FB}" dt="2026-04-12T04:01:01.924" v="1066" actId="1076"/>
        <pc:sldMkLst>
          <pc:docMk/>
          <pc:sldMk cId="1236156104" sldId="515"/>
        </pc:sldMkLst>
        <pc:spChg chg="mod ord">
          <ac:chgData name="Greway, Darren M" userId="S::dmg138@psu.edu::62b4401a-e79c-40c4-94a6-4571a63161cb" providerId="AD" clId="Web-{DC53A257-68D5-5C28-A46A-07CBF6E1E0FB}" dt="2026-04-12T03:42:46.673" v="352"/>
          <ac:spMkLst>
            <pc:docMk/>
            <pc:sldMk cId="1236156104" sldId="515"/>
            <ac:spMk id="3" creationId="{D03AA993-FEC5-3A1B-E530-3880838A027E}"/>
          </ac:spMkLst>
        </pc:spChg>
        <pc:spChg chg="add mod">
          <ac:chgData name="Greway, Darren M" userId="S::dmg138@psu.edu::62b4401a-e79c-40c4-94a6-4571a63161cb" providerId="AD" clId="Web-{DC53A257-68D5-5C28-A46A-07CBF6E1E0FB}" dt="2026-04-12T04:01:01.924" v="1066" actId="1076"/>
          <ac:spMkLst>
            <pc:docMk/>
            <pc:sldMk cId="1236156104" sldId="515"/>
            <ac:spMk id="6" creationId="{79660332-6F04-DB06-AB9B-653EE67A9395}"/>
          </ac:spMkLst>
        </pc:spChg>
        <pc:picChg chg="add mod">
          <ac:chgData name="Greway, Darren M" userId="S::dmg138@psu.edu::62b4401a-e79c-40c4-94a6-4571a63161cb" providerId="AD" clId="Web-{DC53A257-68D5-5C28-A46A-07CBF6E1E0FB}" dt="2026-04-12T03:44:01.081" v="360" actId="1076"/>
          <ac:picMkLst>
            <pc:docMk/>
            <pc:sldMk cId="1236156104" sldId="515"/>
            <ac:picMk id="4" creationId="{727D3271-C3A6-5391-6680-DDCDBD819062}"/>
          </ac:picMkLst>
        </pc:picChg>
      </pc:sldChg>
    </pc:docChg>
  </pc:docChgLst>
  <pc:docChgLst>
    <pc:chgData name="Greway, Darren M" userId="S::dmg138@psu.edu::62b4401a-e79c-40c4-94a6-4571a63161cb" providerId="AD" clId="Web-{4262E392-6B85-4F3C-A8A0-D47E2C4B753F}"/>
    <pc:docChg chg="modSld">
      <pc:chgData name="Greway, Darren M" userId="S::dmg138@psu.edu::62b4401a-e79c-40c4-94a6-4571a63161cb" providerId="AD" clId="Web-{4262E392-6B85-4F3C-A8A0-D47E2C4B753F}" dt="2026-04-09T04:21:59.666" v="32" actId="20577"/>
      <pc:docMkLst>
        <pc:docMk/>
      </pc:docMkLst>
      <pc:sldChg chg="modSp">
        <pc:chgData name="Greway, Darren M" userId="S::dmg138@psu.edu::62b4401a-e79c-40c4-94a6-4571a63161cb" providerId="AD" clId="Web-{4262E392-6B85-4F3C-A8A0-D47E2C4B753F}" dt="2026-04-09T04:10:33.547" v="6" actId="20577"/>
        <pc:sldMkLst>
          <pc:docMk/>
          <pc:sldMk cId="159818200" sldId="489"/>
        </pc:sldMkLst>
        <pc:spChg chg="mod">
          <ac:chgData name="Greway, Darren M" userId="S::dmg138@psu.edu::62b4401a-e79c-40c4-94a6-4571a63161cb" providerId="AD" clId="Web-{4262E392-6B85-4F3C-A8A0-D47E2C4B753F}" dt="2026-04-09T04:10:33.547" v="6" actId="20577"/>
          <ac:spMkLst>
            <pc:docMk/>
            <pc:sldMk cId="159818200" sldId="489"/>
            <ac:spMk id="6" creationId="{A642930A-CF8E-8415-9097-36EADCD3730D}"/>
          </ac:spMkLst>
        </pc:spChg>
      </pc:sldChg>
      <pc:sldChg chg="modSp">
        <pc:chgData name="Greway, Darren M" userId="S::dmg138@psu.edu::62b4401a-e79c-40c4-94a6-4571a63161cb" providerId="AD" clId="Web-{4262E392-6B85-4F3C-A8A0-D47E2C4B753F}" dt="2026-04-09T04:09:54.608" v="0" actId="20577"/>
        <pc:sldMkLst>
          <pc:docMk/>
          <pc:sldMk cId="2207326883" sldId="505"/>
        </pc:sldMkLst>
        <pc:spChg chg="mod">
          <ac:chgData name="Greway, Darren M" userId="S::dmg138@psu.edu::62b4401a-e79c-40c4-94a6-4571a63161cb" providerId="AD" clId="Web-{4262E392-6B85-4F3C-A8A0-D47E2C4B753F}" dt="2026-04-09T04:09:54.608" v="0" actId="20577"/>
          <ac:spMkLst>
            <pc:docMk/>
            <pc:sldMk cId="2207326883" sldId="505"/>
            <ac:spMk id="2" creationId="{341FC3F6-15D8-996C-CA70-A2392160B107}"/>
          </ac:spMkLst>
        </pc:spChg>
      </pc:sldChg>
      <pc:sldChg chg="modSp">
        <pc:chgData name="Greway, Darren M" userId="S::dmg138@psu.edu::62b4401a-e79c-40c4-94a6-4571a63161cb" providerId="AD" clId="Web-{4262E392-6B85-4F3C-A8A0-D47E2C4B753F}" dt="2026-04-09T04:20:54.994" v="24" actId="20577"/>
        <pc:sldMkLst>
          <pc:docMk/>
          <pc:sldMk cId="1256793150" sldId="510"/>
        </pc:sldMkLst>
        <pc:spChg chg="mod">
          <ac:chgData name="Greway, Darren M" userId="S::dmg138@psu.edu::62b4401a-e79c-40c4-94a6-4571a63161cb" providerId="AD" clId="Web-{4262E392-6B85-4F3C-A8A0-D47E2C4B753F}" dt="2026-04-09T04:20:54.994" v="24" actId="20577"/>
          <ac:spMkLst>
            <pc:docMk/>
            <pc:sldMk cId="1256793150" sldId="510"/>
            <ac:spMk id="4" creationId="{D6C16799-4988-E85A-8CCB-7275488CF5AF}"/>
          </ac:spMkLst>
        </pc:spChg>
      </pc:sldChg>
      <pc:sldChg chg="modSp">
        <pc:chgData name="Greway, Darren M" userId="S::dmg138@psu.edu::62b4401a-e79c-40c4-94a6-4571a63161cb" providerId="AD" clId="Web-{4262E392-6B85-4F3C-A8A0-D47E2C4B753F}" dt="2026-04-09T04:21:59.666" v="32" actId="20577"/>
        <pc:sldMkLst>
          <pc:docMk/>
          <pc:sldMk cId="3762197853" sldId="513"/>
        </pc:sldMkLst>
        <pc:spChg chg="mod">
          <ac:chgData name="Greway, Darren M" userId="S::dmg138@psu.edu::62b4401a-e79c-40c4-94a6-4571a63161cb" providerId="AD" clId="Web-{4262E392-6B85-4F3C-A8A0-D47E2C4B753F}" dt="2026-04-09T04:21:59.666" v="32" actId="20577"/>
          <ac:spMkLst>
            <pc:docMk/>
            <pc:sldMk cId="3762197853" sldId="513"/>
            <ac:spMk id="4" creationId="{DF53012C-84D6-8D75-6C31-87F7E49D5552}"/>
          </ac:spMkLst>
        </pc:spChg>
      </pc:sldChg>
    </pc:docChg>
  </pc:docChgLst>
  <pc:docChgLst>
    <pc:chgData name="Tang, Zheng" userId="S::zkt5087@psu.edu::21b382d4-9e9e-47d8-b431-5fb6270416df" providerId="AD" clId="Web-{0B62FF35-EE16-EC0E-9417-0F2F94D8E938}"/>
    <pc:docChg chg="modSld">
      <pc:chgData name="Tang, Zheng" userId="S::zkt5087@psu.edu::21b382d4-9e9e-47d8-b431-5fb6270416df" providerId="AD" clId="Web-{0B62FF35-EE16-EC0E-9417-0F2F94D8E938}" dt="2026-04-12T20:04:25.867" v="1"/>
      <pc:docMkLst>
        <pc:docMk/>
      </pc:docMkLst>
      <pc:sldChg chg="addSp delSp">
        <pc:chgData name="Tang, Zheng" userId="S::zkt5087@psu.edu::21b382d4-9e9e-47d8-b431-5fb6270416df" providerId="AD" clId="Web-{0B62FF35-EE16-EC0E-9417-0F2F94D8E938}" dt="2026-04-12T20:04:25.867" v="1"/>
        <pc:sldMkLst>
          <pc:docMk/>
          <pc:sldMk cId="3749138268" sldId="512"/>
        </pc:sldMkLst>
        <pc:picChg chg="add del">
          <ac:chgData name="Tang, Zheng" userId="S::zkt5087@psu.edu::21b382d4-9e9e-47d8-b431-5fb6270416df" providerId="AD" clId="Web-{0B62FF35-EE16-EC0E-9417-0F2F94D8E938}" dt="2026-04-12T20:04:25.867" v="1"/>
          <ac:picMkLst>
            <pc:docMk/>
            <pc:sldMk cId="3749138268" sldId="512"/>
            <ac:picMk id="7" creationId="{880B32F2-B155-3D55-5249-6FC70A3AB04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142AEA1-A4D9-0CCB-F45A-B1E1439F1AFA}"/>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54A58F-8F56-AC2F-BF1F-CC6DC677BCD9}"/>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400C506B-9C0A-7C42-AABC-F7A7C632EC5D}" type="datetimeFigureOut">
              <a:rPr lang="en-US" smtClean="0"/>
              <a:t>4/13/2026</a:t>
            </a:fld>
            <a:endParaRPr lang="en-US"/>
          </a:p>
        </p:txBody>
      </p:sp>
      <p:sp>
        <p:nvSpPr>
          <p:cNvPr id="4" name="Footer Placeholder 3">
            <a:extLst>
              <a:ext uri="{FF2B5EF4-FFF2-40B4-BE49-F238E27FC236}">
                <a16:creationId xmlns:a16="http://schemas.microsoft.com/office/drawing/2014/main" id="{2CEAB37E-160B-D909-0FF9-07D0690CDC0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768ED66-3D76-AA61-3811-390722B429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3179E4A-7233-C749-8BF5-78FC642D4CFA}" type="slidenum">
              <a:rPr lang="en-US" smtClean="0"/>
              <a:t>‹#›</a:t>
            </a:fld>
            <a:endParaRPr lang="en-US"/>
          </a:p>
        </p:txBody>
      </p:sp>
    </p:spTree>
    <p:extLst>
      <p:ext uri="{BB962C8B-B14F-4D97-AF65-F5344CB8AC3E}">
        <p14:creationId xmlns:p14="http://schemas.microsoft.com/office/powerpoint/2010/main" val="7577744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E4F9AC51-1594-3C45-9820-82036BC34A39}" type="datetimeFigureOut">
              <a:rPr lang="en-US" smtClean="0"/>
              <a:t>4/13/2026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B9D638-7D78-EA4A-A05B-01174BE0F3D6}" type="slidenum">
              <a:rPr lang="en-US" smtClean="0"/>
              <a:t>‹#›</a:t>
            </a:fld>
            <a:endParaRPr lang="en-US" dirty="0"/>
          </a:p>
        </p:txBody>
      </p:sp>
    </p:spTree>
    <p:extLst>
      <p:ext uri="{BB962C8B-B14F-4D97-AF65-F5344CB8AC3E}">
        <p14:creationId xmlns:p14="http://schemas.microsoft.com/office/powerpoint/2010/main" val="3293517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C5294-B22A-C511-DC97-68AA9397C3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F1BF5-961E-1CB4-6415-D1A8D2919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84AF18-E087-DB2B-CE39-C7E435B397A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0825DD-D210-CE02-F752-849D8660823C}"/>
              </a:ext>
            </a:extLst>
          </p:cNvPr>
          <p:cNvSpPr>
            <a:spLocks noGrp="1"/>
          </p:cNvSpPr>
          <p:nvPr>
            <p:ph type="sldNum" sz="quarter" idx="5"/>
          </p:nvPr>
        </p:nvSpPr>
        <p:spPr/>
        <p:txBody>
          <a:bodyPr/>
          <a:lstStyle/>
          <a:p>
            <a:fld id="{67B9D638-7D78-EA4A-A05B-01174BE0F3D6}" type="slidenum">
              <a:rPr lang="en-US" smtClean="0"/>
              <a:t>2</a:t>
            </a:fld>
            <a:endParaRPr lang="en-US" dirty="0"/>
          </a:p>
        </p:txBody>
      </p:sp>
    </p:spTree>
    <p:extLst>
      <p:ext uri="{BB962C8B-B14F-4D97-AF65-F5344CB8AC3E}">
        <p14:creationId xmlns:p14="http://schemas.microsoft.com/office/powerpoint/2010/main" val="456445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1D54E-219C-66BF-DE6B-23E40599C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6D7469-AD34-27DB-9468-55DF658BAC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55032B-A4CD-7B73-65F8-0F9626EA8C7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4ACB7C-2EDB-5EA9-2358-8BA4EB7947C2}"/>
              </a:ext>
            </a:extLst>
          </p:cNvPr>
          <p:cNvSpPr>
            <a:spLocks noGrp="1"/>
          </p:cNvSpPr>
          <p:nvPr>
            <p:ph type="sldNum" sz="quarter" idx="5"/>
          </p:nvPr>
        </p:nvSpPr>
        <p:spPr/>
        <p:txBody>
          <a:bodyPr/>
          <a:lstStyle/>
          <a:p>
            <a:fld id="{67B9D638-7D78-EA4A-A05B-01174BE0F3D6}" type="slidenum">
              <a:rPr lang="en-US" smtClean="0"/>
              <a:t>3</a:t>
            </a:fld>
            <a:endParaRPr lang="en-US" dirty="0"/>
          </a:p>
        </p:txBody>
      </p:sp>
    </p:spTree>
    <p:extLst>
      <p:ext uri="{BB962C8B-B14F-4D97-AF65-F5344CB8AC3E}">
        <p14:creationId xmlns:p14="http://schemas.microsoft.com/office/powerpoint/2010/main" val="1210702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7F5FC-D507-468B-4491-1321AEFEAA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2AFF0-33E2-17E4-920E-4BB040D519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07AD22-7512-93A4-FD93-DACE9C1BCA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F7F901-786D-A7FB-CCF7-673702475180}"/>
              </a:ext>
            </a:extLst>
          </p:cNvPr>
          <p:cNvSpPr>
            <a:spLocks noGrp="1"/>
          </p:cNvSpPr>
          <p:nvPr>
            <p:ph type="sldNum" sz="quarter" idx="5"/>
          </p:nvPr>
        </p:nvSpPr>
        <p:spPr/>
        <p:txBody>
          <a:bodyPr/>
          <a:lstStyle/>
          <a:p>
            <a:fld id="{67B9D638-7D78-EA4A-A05B-01174BE0F3D6}" type="slidenum">
              <a:rPr lang="en-US" smtClean="0"/>
              <a:t>4</a:t>
            </a:fld>
            <a:endParaRPr lang="en-US" dirty="0"/>
          </a:p>
        </p:txBody>
      </p:sp>
    </p:spTree>
    <p:extLst>
      <p:ext uri="{BB962C8B-B14F-4D97-AF65-F5344CB8AC3E}">
        <p14:creationId xmlns:p14="http://schemas.microsoft.com/office/powerpoint/2010/main" val="2488974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7D3BB-19CC-74DE-D6A4-534EEF439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3BEED-E797-58C4-6C18-8C950CFC54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2A42F5-7A01-FCC6-EB08-BDBE7F576C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74FD15-73C3-29C8-1003-BBE24DD36FC2}"/>
              </a:ext>
            </a:extLst>
          </p:cNvPr>
          <p:cNvSpPr>
            <a:spLocks noGrp="1"/>
          </p:cNvSpPr>
          <p:nvPr>
            <p:ph type="sldNum" sz="quarter" idx="5"/>
          </p:nvPr>
        </p:nvSpPr>
        <p:spPr/>
        <p:txBody>
          <a:bodyPr/>
          <a:lstStyle/>
          <a:p>
            <a:fld id="{67B9D638-7D78-EA4A-A05B-01174BE0F3D6}" type="slidenum">
              <a:rPr lang="en-US" smtClean="0"/>
              <a:t>5</a:t>
            </a:fld>
            <a:endParaRPr lang="en-US" dirty="0"/>
          </a:p>
        </p:txBody>
      </p:sp>
    </p:spTree>
    <p:extLst>
      <p:ext uri="{BB962C8B-B14F-4D97-AF65-F5344CB8AC3E}">
        <p14:creationId xmlns:p14="http://schemas.microsoft.com/office/powerpoint/2010/main" val="2992397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3FC99-FE52-08BA-9ACB-ACBC07D52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AC299A-D1C3-250E-409C-7442F72BA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B2E49-41D7-EEE2-F535-31757C556F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C3F16A-6FDE-C513-E73E-C34230D4081E}"/>
              </a:ext>
            </a:extLst>
          </p:cNvPr>
          <p:cNvSpPr>
            <a:spLocks noGrp="1"/>
          </p:cNvSpPr>
          <p:nvPr>
            <p:ph type="sldNum" sz="quarter" idx="5"/>
          </p:nvPr>
        </p:nvSpPr>
        <p:spPr/>
        <p:txBody>
          <a:bodyPr/>
          <a:lstStyle/>
          <a:p>
            <a:fld id="{67B9D638-7D78-EA4A-A05B-01174BE0F3D6}" type="slidenum">
              <a:rPr lang="en-US" smtClean="0"/>
              <a:t>6</a:t>
            </a:fld>
            <a:endParaRPr lang="en-US" dirty="0"/>
          </a:p>
        </p:txBody>
      </p:sp>
    </p:spTree>
    <p:extLst>
      <p:ext uri="{BB962C8B-B14F-4D97-AF65-F5344CB8AC3E}">
        <p14:creationId xmlns:p14="http://schemas.microsoft.com/office/powerpoint/2010/main" val="3323084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61134-9DB5-E73D-4F45-F68F9618D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53FBC-53F0-C7DE-D3B6-508C6BBD2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9652B-79C6-B4C6-9FA3-0E78578392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72B4D4-A3EE-2B28-9BE1-E9BF8C0239EF}"/>
              </a:ext>
            </a:extLst>
          </p:cNvPr>
          <p:cNvSpPr>
            <a:spLocks noGrp="1"/>
          </p:cNvSpPr>
          <p:nvPr>
            <p:ph type="sldNum" sz="quarter" idx="5"/>
          </p:nvPr>
        </p:nvSpPr>
        <p:spPr/>
        <p:txBody>
          <a:bodyPr/>
          <a:lstStyle/>
          <a:p>
            <a:fld id="{67B9D638-7D78-EA4A-A05B-01174BE0F3D6}" type="slidenum">
              <a:rPr lang="en-US" smtClean="0"/>
              <a:t>8</a:t>
            </a:fld>
            <a:endParaRPr lang="en-US" dirty="0"/>
          </a:p>
        </p:txBody>
      </p:sp>
    </p:spTree>
    <p:extLst>
      <p:ext uri="{BB962C8B-B14F-4D97-AF65-F5344CB8AC3E}">
        <p14:creationId xmlns:p14="http://schemas.microsoft.com/office/powerpoint/2010/main" val="8885261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C324C-9571-E3C7-CB39-246BCFAD0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0C267-5CCD-0771-0909-43E0E1E94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24E956-18D1-631A-A900-CC19959D16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ADAFD7-9714-0002-16F1-B24B763146EF}"/>
              </a:ext>
            </a:extLst>
          </p:cNvPr>
          <p:cNvSpPr>
            <a:spLocks noGrp="1"/>
          </p:cNvSpPr>
          <p:nvPr>
            <p:ph type="sldNum" sz="quarter" idx="5"/>
          </p:nvPr>
        </p:nvSpPr>
        <p:spPr/>
        <p:txBody>
          <a:bodyPr/>
          <a:lstStyle/>
          <a:p>
            <a:fld id="{67B9D638-7D78-EA4A-A05B-01174BE0F3D6}" type="slidenum">
              <a:rPr lang="en-US" smtClean="0"/>
              <a:t>9</a:t>
            </a:fld>
            <a:endParaRPr lang="en-US" dirty="0"/>
          </a:p>
        </p:txBody>
      </p:sp>
    </p:spTree>
    <p:extLst>
      <p:ext uri="{BB962C8B-B14F-4D97-AF65-F5344CB8AC3E}">
        <p14:creationId xmlns:p14="http://schemas.microsoft.com/office/powerpoint/2010/main" val="3282040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F1FE9-8DD3-AB05-B7EB-F1A7E0F46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E58980-319E-D109-7664-51D3493C42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43109-94D1-0561-3860-8E44BE2D67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65F0E3-563C-FF3D-9348-EB67466A861F}"/>
              </a:ext>
            </a:extLst>
          </p:cNvPr>
          <p:cNvSpPr>
            <a:spLocks noGrp="1"/>
          </p:cNvSpPr>
          <p:nvPr>
            <p:ph type="sldNum" sz="quarter" idx="5"/>
          </p:nvPr>
        </p:nvSpPr>
        <p:spPr/>
        <p:txBody>
          <a:bodyPr/>
          <a:lstStyle/>
          <a:p>
            <a:fld id="{67B9D638-7D78-EA4A-A05B-01174BE0F3D6}" type="slidenum">
              <a:rPr lang="en-US" smtClean="0"/>
              <a:t>10</a:t>
            </a:fld>
            <a:endParaRPr lang="en-US" dirty="0"/>
          </a:p>
        </p:txBody>
      </p:sp>
    </p:spTree>
    <p:extLst>
      <p:ext uri="{BB962C8B-B14F-4D97-AF65-F5344CB8AC3E}">
        <p14:creationId xmlns:p14="http://schemas.microsoft.com/office/powerpoint/2010/main" val="743746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BA324-CEA6-F319-2710-76AE2A848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BF0E9-F9B0-8E13-394E-2E2E03C384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5E49AC-F659-7C67-A67E-D6D39820D9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6AFE1A-52CF-CE63-AC74-36FE68711A2E}"/>
              </a:ext>
            </a:extLst>
          </p:cNvPr>
          <p:cNvSpPr>
            <a:spLocks noGrp="1"/>
          </p:cNvSpPr>
          <p:nvPr>
            <p:ph type="sldNum" sz="quarter" idx="5"/>
          </p:nvPr>
        </p:nvSpPr>
        <p:spPr/>
        <p:txBody>
          <a:bodyPr/>
          <a:lstStyle/>
          <a:p>
            <a:fld id="{67B9D638-7D78-EA4A-A05B-01174BE0F3D6}" type="slidenum">
              <a:rPr lang="en-US" smtClean="0"/>
              <a:t>11</a:t>
            </a:fld>
            <a:endParaRPr lang="en-US" dirty="0"/>
          </a:p>
        </p:txBody>
      </p:sp>
    </p:spTree>
    <p:extLst>
      <p:ext uri="{BB962C8B-B14F-4D97-AF65-F5344CB8AC3E}">
        <p14:creationId xmlns:p14="http://schemas.microsoft.com/office/powerpoint/2010/main" val="2568903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2CD76-B86B-7BA1-751F-A7EE3D1EB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198A2-2C3A-9C6E-DF7D-1A9F07C71F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BA977-1E4B-8AAE-0146-D41FD569A4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1E2E81-C739-4957-5D5D-47542AF38B9B}"/>
              </a:ext>
            </a:extLst>
          </p:cNvPr>
          <p:cNvSpPr>
            <a:spLocks noGrp="1"/>
          </p:cNvSpPr>
          <p:nvPr>
            <p:ph type="sldNum" sz="quarter" idx="5"/>
          </p:nvPr>
        </p:nvSpPr>
        <p:spPr/>
        <p:txBody>
          <a:bodyPr/>
          <a:lstStyle/>
          <a:p>
            <a:fld id="{67B9D638-7D78-EA4A-A05B-01174BE0F3D6}" type="slidenum">
              <a:rPr lang="en-US" smtClean="0"/>
              <a:t>12</a:t>
            </a:fld>
            <a:endParaRPr lang="en-US" dirty="0"/>
          </a:p>
        </p:txBody>
      </p:sp>
    </p:spTree>
    <p:extLst>
      <p:ext uri="{BB962C8B-B14F-4D97-AF65-F5344CB8AC3E}">
        <p14:creationId xmlns:p14="http://schemas.microsoft.com/office/powerpoint/2010/main" val="2676872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C0634-ADBD-C77F-4CCD-B6E7036EE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23316E-3175-1768-4CE7-570A6D4E89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74F13-305A-EBC2-7719-6DB1B0B785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AF8390-912B-FEEC-52BA-065AAEB053B5}"/>
              </a:ext>
            </a:extLst>
          </p:cNvPr>
          <p:cNvSpPr>
            <a:spLocks noGrp="1"/>
          </p:cNvSpPr>
          <p:nvPr>
            <p:ph type="sldNum" sz="quarter" idx="5"/>
          </p:nvPr>
        </p:nvSpPr>
        <p:spPr/>
        <p:txBody>
          <a:bodyPr/>
          <a:lstStyle/>
          <a:p>
            <a:fld id="{67B9D638-7D78-EA4A-A05B-01174BE0F3D6}" type="slidenum">
              <a:rPr lang="en-US" smtClean="0"/>
              <a:t>13</a:t>
            </a:fld>
            <a:endParaRPr lang="en-US" dirty="0"/>
          </a:p>
        </p:txBody>
      </p:sp>
    </p:spTree>
    <p:extLst>
      <p:ext uri="{BB962C8B-B14F-4D97-AF65-F5344CB8AC3E}">
        <p14:creationId xmlns:p14="http://schemas.microsoft.com/office/powerpoint/2010/main" val="42688823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grpSp>
        <p:nvGrpSpPr>
          <p:cNvPr id="7" name="Lion Background">
            <a:extLst>
              <a:ext uri="{FF2B5EF4-FFF2-40B4-BE49-F238E27FC236}">
                <a16:creationId xmlns:a16="http://schemas.microsoft.com/office/drawing/2014/main" id="{DC0B1FC3-065E-C4A2-7E44-72AA68545F39}"/>
              </a:ext>
              <a:ext uri="{C183D7F6-B498-43B3-948B-1728B52AA6E4}">
                <adec:decorative xmlns:adec="http://schemas.microsoft.com/office/drawing/2017/decorative" val="1"/>
              </a:ext>
            </a:extLst>
          </p:cNvPr>
          <p:cNvGrpSpPr>
            <a:grpSpLocks noGrp="1" noUngrp="1" noRot="1" noMove="1" noResize="1"/>
          </p:cNvGrpSpPr>
          <p:nvPr userDrawn="1"/>
        </p:nvGrpSpPr>
        <p:grpSpPr>
          <a:xfrm>
            <a:off x="-7620" y="0"/>
            <a:ext cx="12207240" cy="6858002"/>
            <a:chOff x="-7620" y="-2"/>
            <a:chExt cx="12207240" cy="6858002"/>
          </a:xfrm>
        </p:grpSpPr>
        <p:pic>
          <p:nvPicPr>
            <p:cNvPr id="8" name="Lion Shrine Image">
              <a:extLst>
                <a:ext uri="{FF2B5EF4-FFF2-40B4-BE49-F238E27FC236}">
                  <a16:creationId xmlns:a16="http://schemas.microsoft.com/office/drawing/2014/main" id="{E0EAAF9D-C45D-C408-2049-364C4F1929B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rcRect r="-28" b="13421"/>
            <a:stretch>
              <a:fillRect/>
            </a:stretch>
          </p:blipFill>
          <p:spPr>
            <a:xfrm>
              <a:off x="-7620" y="-2"/>
              <a:ext cx="12207240" cy="5943458"/>
            </a:xfrm>
            <a:prstGeom prst="rect">
              <a:avLst/>
            </a:prstGeom>
          </p:spPr>
        </p:pic>
        <p:pic>
          <p:nvPicPr>
            <p:cNvPr id="9" name="Community Shield Image">
              <a:extLst>
                <a:ext uri="{FF2B5EF4-FFF2-40B4-BE49-F238E27FC236}">
                  <a16:creationId xmlns:a16="http://schemas.microsoft.com/office/drawing/2014/main" id="{D8A067C3-C14E-1EFA-AA9F-D9F0D5A9734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3">
              <a:alphaModFix amt="16000"/>
            </a:blip>
            <a:stretch>
              <a:fillRect/>
            </a:stretch>
          </p:blipFill>
          <p:spPr>
            <a:xfrm>
              <a:off x="6223000" y="0"/>
              <a:ext cx="5969000" cy="6858000"/>
            </a:xfrm>
            <a:prstGeom prst="rect">
              <a:avLst/>
            </a:prstGeom>
          </p:spPr>
        </p:pic>
      </p:grpSp>
      <p:sp>
        <p:nvSpPr>
          <p:cNvPr id="2" name="Title 1">
            <a:extLst>
              <a:ext uri="{FF2B5EF4-FFF2-40B4-BE49-F238E27FC236}">
                <a16:creationId xmlns:a16="http://schemas.microsoft.com/office/drawing/2014/main" id="{9A6EFBB5-30AC-C871-D426-6A0BE13F7954}"/>
              </a:ext>
            </a:extLst>
          </p:cNvPr>
          <p:cNvSpPr>
            <a:spLocks noGrp="1"/>
          </p:cNvSpPr>
          <p:nvPr>
            <p:ph type="ctrTitle"/>
          </p:nvPr>
        </p:nvSpPr>
        <p:spPr>
          <a:xfrm>
            <a:off x="5184648" y="758952"/>
            <a:ext cx="6400800" cy="3145536"/>
          </a:xfrm>
        </p:spPr>
        <p:txBody>
          <a:bodyPr anchor="b"/>
          <a:lstStyle>
            <a:lvl1pPr algn="l">
              <a:defRPr sz="5400" b="1">
                <a:solidFill>
                  <a:schemeClr val="tx2"/>
                </a:solidFill>
                <a:latin typeface="Rockwell" panose="02060603020205020403" pitchFamily="18" charset="77"/>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C44EB8D-C5EF-C32E-D8C7-15E1792F9023}"/>
              </a:ext>
            </a:extLst>
          </p:cNvPr>
          <p:cNvSpPr>
            <a:spLocks noGrp="1"/>
          </p:cNvSpPr>
          <p:nvPr>
            <p:ph type="subTitle" idx="1"/>
          </p:nvPr>
        </p:nvSpPr>
        <p:spPr>
          <a:xfrm>
            <a:off x="5175504" y="3913632"/>
            <a:ext cx="6400800" cy="1664208"/>
          </a:xfrm>
        </p:spPr>
        <p:txBody>
          <a:bodyPr/>
          <a:lstStyle>
            <a:lvl1pPr marL="0" indent="0" algn="l">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0EBBAE-C4A0-F2D9-A43F-328BD4168893}"/>
              </a:ext>
            </a:extLst>
          </p:cNvPr>
          <p:cNvSpPr>
            <a:spLocks noGrp="1"/>
          </p:cNvSpPr>
          <p:nvPr>
            <p:ph type="dt" sz="half" idx="10"/>
          </p:nvPr>
        </p:nvSpPr>
        <p:spPr>
          <a:xfrm>
            <a:off x="9102789" y="0"/>
            <a:ext cx="3089211" cy="914400"/>
          </a:xfrm>
        </p:spPr>
        <p:txBody>
          <a:bodyPr/>
          <a:lstStyle>
            <a:lvl1pPr algn="r">
              <a:defRPr/>
            </a:lvl1pPr>
          </a:lstStyle>
          <a:p>
            <a:fld id="{4D83A44C-8064-3F47-951D-EE74B1CE44B9}" type="datetime1">
              <a:rPr lang="en-US" smtClean="0"/>
              <a:pPr/>
              <a:t>4/13/2026</a:t>
            </a:fld>
            <a:endParaRPr lang="en-US" dirty="0"/>
          </a:p>
        </p:txBody>
      </p:sp>
      <p:sp>
        <p:nvSpPr>
          <p:cNvPr id="5" name="Footer Placeholder 4">
            <a:extLst>
              <a:ext uri="{FF2B5EF4-FFF2-40B4-BE49-F238E27FC236}">
                <a16:creationId xmlns:a16="http://schemas.microsoft.com/office/drawing/2014/main" id="{4BD318BB-68AB-F92B-99D2-699E766B56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D8F2ACF-01D0-F003-D6CD-197BC00EBCD8}"/>
              </a:ext>
            </a:extLst>
          </p:cNvPr>
          <p:cNvSpPr>
            <a:spLocks noGrp="1"/>
          </p:cNvSpPr>
          <p:nvPr>
            <p:ph type="sldNum" sz="quarter" idx="12"/>
          </p:nvPr>
        </p:nvSpPr>
        <p:spPr/>
        <p:txBody>
          <a:bodyPr/>
          <a:lstStyle/>
          <a:p>
            <a:fld id="{3E1D1B55-F3E9-1242-8F18-D40061936871}" type="slidenum">
              <a:rPr lang="en-US" smtClean="0"/>
              <a:t>‹#›</a:t>
            </a:fld>
            <a:endParaRPr lang="en-US" dirty="0"/>
          </a:p>
        </p:txBody>
      </p:sp>
    </p:spTree>
    <p:extLst>
      <p:ext uri="{BB962C8B-B14F-4D97-AF65-F5344CB8AC3E}">
        <p14:creationId xmlns:p14="http://schemas.microsoft.com/office/powerpoint/2010/main" val="370767991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a:gsLst>
            <a:gs pos="65000">
              <a:schemeClr val="bg2"/>
            </a:gs>
            <a:gs pos="100000">
              <a:srgbClr val="3176A3"/>
            </a:gs>
            <a:gs pos="85000">
              <a:schemeClr val="bg2"/>
            </a:gs>
            <a:gs pos="20000">
              <a:schemeClr val="bg2">
                <a:lumMod val="50000"/>
              </a:schemeClr>
            </a:gs>
          </a:gsLst>
          <a:path path="circle">
            <a:fillToRect l="100000" b="100000"/>
          </a:path>
        </a:gradFill>
        <a:effectLst/>
      </p:bgPr>
    </p:bg>
    <p:spTree>
      <p:nvGrpSpPr>
        <p:cNvPr id="1" name=""/>
        <p:cNvGrpSpPr/>
        <p:nvPr/>
      </p:nvGrpSpPr>
      <p:grpSpPr>
        <a:xfrm>
          <a:off x="0" y="0"/>
          <a:ext cx="0" cy="0"/>
          <a:chOff x="0" y="0"/>
          <a:chExt cx="0" cy="0"/>
        </a:xfrm>
      </p:grpSpPr>
      <p:grpSp>
        <p:nvGrpSpPr>
          <p:cNvPr id="13" name="Lion Background">
            <a:extLst>
              <a:ext uri="{FF2B5EF4-FFF2-40B4-BE49-F238E27FC236}">
                <a16:creationId xmlns:a16="http://schemas.microsoft.com/office/drawing/2014/main" id="{AC27996F-B953-D259-A3B3-925A56B95739}"/>
              </a:ext>
              <a:ext uri="{C183D7F6-B498-43B3-948B-1728B52AA6E4}">
                <adec:decorative xmlns:adec="http://schemas.microsoft.com/office/drawing/2017/decorative" val="1"/>
              </a:ext>
            </a:extLst>
          </p:cNvPr>
          <p:cNvGrpSpPr>
            <a:grpSpLocks noGrp="1" noUngrp="1" noRot="1" noMove="1" noResize="1"/>
          </p:cNvGrpSpPr>
          <p:nvPr userDrawn="1"/>
        </p:nvGrpSpPr>
        <p:grpSpPr>
          <a:xfrm>
            <a:off x="-7620" y="0"/>
            <a:ext cx="12207240" cy="6858002"/>
            <a:chOff x="-7620" y="-2"/>
            <a:chExt cx="12207240" cy="6858002"/>
          </a:xfrm>
        </p:grpSpPr>
        <p:pic>
          <p:nvPicPr>
            <p:cNvPr id="14" name="Lion Shrine Image">
              <a:extLst>
                <a:ext uri="{FF2B5EF4-FFF2-40B4-BE49-F238E27FC236}">
                  <a16:creationId xmlns:a16="http://schemas.microsoft.com/office/drawing/2014/main" id="{0A3BE80F-A1B2-7BD8-1467-9A9BCD6F3D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alphaModFix amt="19000"/>
            </a:blip>
            <a:srcRect r="-28" b="13421"/>
            <a:stretch>
              <a:fillRect/>
            </a:stretch>
          </p:blipFill>
          <p:spPr>
            <a:xfrm>
              <a:off x="-7620" y="-2"/>
              <a:ext cx="12207240" cy="5943458"/>
            </a:xfrm>
            <a:prstGeom prst="rect">
              <a:avLst/>
            </a:prstGeom>
          </p:spPr>
        </p:pic>
        <p:pic>
          <p:nvPicPr>
            <p:cNvPr id="15" name="Community Shield Image">
              <a:extLst>
                <a:ext uri="{FF2B5EF4-FFF2-40B4-BE49-F238E27FC236}">
                  <a16:creationId xmlns:a16="http://schemas.microsoft.com/office/drawing/2014/main" id="{38542091-791D-D6BD-D4EA-CAA5B1E9EA76}"/>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3">
              <a:alphaModFix amt="16000"/>
            </a:blip>
            <a:stretch>
              <a:fillRect/>
            </a:stretch>
          </p:blipFill>
          <p:spPr>
            <a:xfrm>
              <a:off x="6223000" y="0"/>
              <a:ext cx="5969000" cy="6858000"/>
            </a:xfrm>
            <a:prstGeom prst="rect">
              <a:avLst/>
            </a:prstGeom>
          </p:spPr>
        </p:pic>
      </p:grpSp>
      <p:sp>
        <p:nvSpPr>
          <p:cNvPr id="2" name="Title 1">
            <a:extLst>
              <a:ext uri="{FF2B5EF4-FFF2-40B4-BE49-F238E27FC236}">
                <a16:creationId xmlns:a16="http://schemas.microsoft.com/office/drawing/2014/main" id="{CEDA0D94-A5D8-A033-57AC-B05EF010761E}"/>
              </a:ext>
            </a:extLst>
          </p:cNvPr>
          <p:cNvSpPr>
            <a:spLocks noGrp="1"/>
          </p:cNvSpPr>
          <p:nvPr>
            <p:ph type="title"/>
          </p:nvPr>
        </p:nvSpPr>
        <p:spPr>
          <a:xfrm>
            <a:off x="1066800" y="1737657"/>
            <a:ext cx="9677400" cy="2743200"/>
          </a:xfrm>
        </p:spPr>
        <p:txBody>
          <a:bodyPr anchor="b"/>
          <a:lstStyle>
            <a:lvl1pPr>
              <a:defRPr sz="6000">
                <a:latin typeface="Rockwell" panose="02060603020205020403" pitchFamily="18" charset="77"/>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54A5B9B-B0BE-4DBF-1904-4FDEF848F3C1}"/>
              </a:ext>
            </a:extLst>
          </p:cNvPr>
          <p:cNvSpPr>
            <a:spLocks noGrp="1"/>
          </p:cNvSpPr>
          <p:nvPr>
            <p:ph type="body" idx="1"/>
          </p:nvPr>
        </p:nvSpPr>
        <p:spPr>
          <a:xfrm>
            <a:off x="1066800" y="4590393"/>
            <a:ext cx="8228013" cy="120080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FAE21E-52C8-F0D8-877A-7F63F8DEE6EE}"/>
              </a:ext>
            </a:extLst>
          </p:cNvPr>
          <p:cNvSpPr>
            <a:spLocks noGrp="1"/>
          </p:cNvSpPr>
          <p:nvPr>
            <p:ph type="dt" sz="half" idx="10"/>
          </p:nvPr>
        </p:nvSpPr>
        <p:spPr>
          <a:xfrm>
            <a:off x="9102789" y="0"/>
            <a:ext cx="3089211" cy="914400"/>
          </a:xfrm>
        </p:spPr>
        <p:txBody>
          <a:bodyPr/>
          <a:lstStyle>
            <a:lvl1pPr algn="r">
              <a:defRPr/>
            </a:lvl1pPr>
          </a:lstStyle>
          <a:p>
            <a:fld id="{D3B27A41-27B9-E448-9F3A-69E294D7051D}" type="datetime1">
              <a:rPr lang="en-US" smtClean="0"/>
              <a:pPr/>
              <a:t>4/13/2026</a:t>
            </a:fld>
            <a:endParaRPr lang="en-US" dirty="0"/>
          </a:p>
        </p:txBody>
      </p:sp>
      <p:sp>
        <p:nvSpPr>
          <p:cNvPr id="5" name="Footer Placeholder 4">
            <a:extLst>
              <a:ext uri="{FF2B5EF4-FFF2-40B4-BE49-F238E27FC236}">
                <a16:creationId xmlns:a16="http://schemas.microsoft.com/office/drawing/2014/main" id="{92B1F391-6A8E-3DD1-AA3E-099C67E6657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D1638E9-4BAB-5563-88CD-156F06F9D490}"/>
              </a:ext>
            </a:extLst>
          </p:cNvPr>
          <p:cNvSpPr>
            <a:spLocks noGrp="1"/>
          </p:cNvSpPr>
          <p:nvPr>
            <p:ph type="sldNum" sz="quarter" idx="12"/>
          </p:nvPr>
        </p:nvSpPr>
        <p:spPr/>
        <p:txBody>
          <a:bodyPr/>
          <a:lstStyle/>
          <a:p>
            <a:fld id="{3E1D1B55-F3E9-1242-8F18-D40061936871}" type="slidenum">
              <a:rPr lang="en-US" smtClean="0"/>
              <a:t>‹#›</a:t>
            </a:fld>
            <a:endParaRPr lang="en-US" dirty="0"/>
          </a:p>
        </p:txBody>
      </p:sp>
    </p:spTree>
    <p:extLst>
      <p:ext uri="{BB962C8B-B14F-4D97-AF65-F5344CB8AC3E}">
        <p14:creationId xmlns:p14="http://schemas.microsoft.com/office/powerpoint/2010/main" val="2584022691"/>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BE763-F41D-F991-1AB4-82B8D5734259}"/>
              </a:ext>
            </a:extLst>
          </p:cNvPr>
          <p:cNvSpPr>
            <a:spLocks noGrp="1"/>
          </p:cNvSpPr>
          <p:nvPr>
            <p:ph type="title" hasCustomPrompt="1"/>
          </p:nvPr>
        </p:nvSpPr>
        <p:spPr/>
        <p:txBody>
          <a:bodyPr/>
          <a:lstStyle/>
          <a:p>
            <a:r>
              <a:rPr lang="en-US"/>
              <a:t>Click to add slide title, key point, or assertion</a:t>
            </a:r>
          </a:p>
        </p:txBody>
      </p:sp>
      <p:sp>
        <p:nvSpPr>
          <p:cNvPr id="3" name="Content Placeholder 2">
            <a:extLst>
              <a:ext uri="{FF2B5EF4-FFF2-40B4-BE49-F238E27FC236}">
                <a16:creationId xmlns:a16="http://schemas.microsoft.com/office/drawing/2014/main" id="{8F096128-8A19-FE3B-2DAF-0406DB503864}"/>
              </a:ext>
            </a:extLst>
          </p:cNvPr>
          <p:cNvSpPr>
            <a:spLocks noGrp="1"/>
          </p:cNvSpPr>
          <p:nvPr>
            <p:ph idx="1" hasCustomPrompt="1"/>
          </p:nvPr>
        </p:nvSpPr>
        <p:spPr>
          <a:xfrm>
            <a:off x="1066800" y="1825625"/>
            <a:ext cx="10056813" cy="3736975"/>
          </a:xfrm>
        </p:spPr>
        <p:txBody>
          <a:bodyPr/>
          <a:lstStyle>
            <a:lvl2pPr marL="777240" indent="-182880">
              <a:defRPr/>
            </a:lvl2pPr>
          </a:lstStyle>
          <a:p>
            <a:pPr marL="201168" marR="0" lvl="0" indent="-201168" algn="l" defTabSz="914400" rtl="0" eaLnBrk="1" fontAlgn="auto" latinLnBrk="0" hangingPunct="1">
              <a:lnSpc>
                <a:spcPct val="90000"/>
              </a:lnSpc>
              <a:spcBef>
                <a:spcPts val="2000"/>
              </a:spcBef>
              <a:spcAft>
                <a:spcPts val="0"/>
              </a:spcAft>
              <a:buClr>
                <a:schemeClr val="tx2"/>
              </a:buClr>
              <a:buSzTx/>
              <a:buFont typeface="Wingdings" pitchFamily="2" charset="2"/>
              <a:buChar char="§"/>
              <a:tabLst/>
              <a:defRPr/>
            </a:pPr>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CBBDCF0-7468-FACC-ACE3-74245710C09A}"/>
              </a:ext>
            </a:extLst>
          </p:cNvPr>
          <p:cNvSpPr>
            <a:spLocks noGrp="1"/>
          </p:cNvSpPr>
          <p:nvPr>
            <p:ph type="dt" sz="half" idx="10"/>
          </p:nvPr>
        </p:nvSpPr>
        <p:spPr/>
        <p:txBody>
          <a:bodyPr/>
          <a:lstStyle/>
          <a:p>
            <a:fld id="{93C5B02E-A76A-D543-896B-0002B4A60318}" type="datetime1">
              <a:rPr lang="en-US" smtClean="0"/>
              <a:t>4/13/2026</a:t>
            </a:fld>
            <a:endParaRPr lang="en-US" dirty="0"/>
          </a:p>
        </p:txBody>
      </p:sp>
      <p:sp>
        <p:nvSpPr>
          <p:cNvPr id="5" name="Footer Placeholder 4">
            <a:extLst>
              <a:ext uri="{FF2B5EF4-FFF2-40B4-BE49-F238E27FC236}">
                <a16:creationId xmlns:a16="http://schemas.microsoft.com/office/drawing/2014/main" id="{77A55521-2464-763C-14E3-1546CCD6915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F9F393-FA98-BA11-DB7E-F32E606FEEFA}"/>
              </a:ext>
            </a:extLst>
          </p:cNvPr>
          <p:cNvSpPr>
            <a:spLocks noGrp="1"/>
          </p:cNvSpPr>
          <p:nvPr>
            <p:ph type="sldNum" sz="quarter" idx="12"/>
          </p:nvPr>
        </p:nvSpPr>
        <p:spPr/>
        <p:txBody>
          <a:bodyPr/>
          <a:lstStyle/>
          <a:p>
            <a:fld id="{3E1D1B55-F3E9-1242-8F18-D40061936871}" type="slidenum">
              <a:rPr lang="en-US" smtClean="0"/>
              <a:pPr/>
              <a:t>‹#›</a:t>
            </a:fld>
            <a:endParaRPr lang="en-US" dirty="0"/>
          </a:p>
        </p:txBody>
      </p:sp>
    </p:spTree>
    <p:extLst>
      <p:ext uri="{BB962C8B-B14F-4D97-AF65-F5344CB8AC3E}">
        <p14:creationId xmlns:p14="http://schemas.microsoft.com/office/powerpoint/2010/main" val="903301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F787D-E2BC-F3FE-5703-A9932B981583}"/>
              </a:ext>
            </a:extLst>
          </p:cNvPr>
          <p:cNvSpPr>
            <a:spLocks noGrp="1"/>
          </p:cNvSpPr>
          <p:nvPr>
            <p:ph type="title"/>
          </p:nvPr>
        </p:nvSpPr>
        <p:spPr>
          <a:xfrm>
            <a:off x="609600" y="457200"/>
            <a:ext cx="4114800" cy="26797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6B8DDE-3683-969F-02EF-973A70969448}"/>
              </a:ext>
            </a:extLst>
          </p:cNvPr>
          <p:cNvSpPr>
            <a:spLocks noGrp="1"/>
          </p:cNvSpPr>
          <p:nvPr>
            <p:ph idx="1" hasCustomPrompt="1"/>
          </p:nvPr>
        </p:nvSpPr>
        <p:spPr>
          <a:xfrm>
            <a:off x="5183188" y="676275"/>
            <a:ext cx="6399212" cy="4586288"/>
          </a:xfrm>
        </p:spPr>
        <p:txBody>
          <a:bodyPr>
            <a:normAutofit/>
          </a:bodyPr>
          <a:lstStyle>
            <a:lvl1pPr>
              <a:defRPr sz="2800"/>
            </a:lvl1pPr>
            <a:lvl2pPr>
              <a:defRPr sz="24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872CB31-00D3-E20B-B087-8ADEFEF736F6}"/>
              </a:ext>
            </a:extLst>
          </p:cNvPr>
          <p:cNvSpPr>
            <a:spLocks noGrp="1"/>
          </p:cNvSpPr>
          <p:nvPr>
            <p:ph type="body" sz="half" idx="2"/>
          </p:nvPr>
        </p:nvSpPr>
        <p:spPr>
          <a:xfrm>
            <a:off x="609600" y="3429000"/>
            <a:ext cx="4114800" cy="2286000"/>
          </a:xfrm>
        </p:spPr>
        <p:txBody>
          <a:bodyPr>
            <a:normAutofit/>
          </a:bodyPr>
          <a:lstStyle>
            <a:lvl1pPr marL="0" indent="0">
              <a:buNone/>
              <a:defRPr sz="20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3A5B58-8500-964C-1BC6-DA163AB28049}"/>
              </a:ext>
            </a:extLst>
          </p:cNvPr>
          <p:cNvSpPr>
            <a:spLocks noGrp="1"/>
          </p:cNvSpPr>
          <p:nvPr>
            <p:ph type="dt" sz="half" idx="10"/>
          </p:nvPr>
        </p:nvSpPr>
        <p:spPr/>
        <p:txBody>
          <a:bodyPr/>
          <a:lstStyle/>
          <a:p>
            <a:fld id="{3278D83B-FBE8-6341-9B65-B8DF7340B97B}" type="datetime1">
              <a:rPr lang="en-US" smtClean="0"/>
              <a:t>4/13/2026</a:t>
            </a:fld>
            <a:endParaRPr lang="en-US" dirty="0"/>
          </a:p>
        </p:txBody>
      </p:sp>
      <p:sp>
        <p:nvSpPr>
          <p:cNvPr id="6" name="Footer Placeholder 5">
            <a:extLst>
              <a:ext uri="{FF2B5EF4-FFF2-40B4-BE49-F238E27FC236}">
                <a16:creationId xmlns:a16="http://schemas.microsoft.com/office/drawing/2014/main" id="{225413BC-AAC0-9E6D-3C7D-EC459FA816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8921EAB-7603-CF08-3D09-C89AAFB476AE}"/>
              </a:ext>
            </a:extLst>
          </p:cNvPr>
          <p:cNvSpPr>
            <a:spLocks noGrp="1"/>
          </p:cNvSpPr>
          <p:nvPr>
            <p:ph type="sldNum" sz="quarter" idx="12"/>
          </p:nvPr>
        </p:nvSpPr>
        <p:spPr/>
        <p:txBody>
          <a:bodyPr/>
          <a:lstStyle/>
          <a:p>
            <a:fld id="{3E1D1B55-F3E9-1242-8F18-D40061936871}" type="slidenum">
              <a:rPr lang="en-US" smtClean="0"/>
              <a:t>‹#›</a:t>
            </a:fld>
            <a:endParaRPr lang="en-US" dirty="0"/>
          </a:p>
        </p:txBody>
      </p:sp>
    </p:spTree>
    <p:extLst>
      <p:ext uri="{BB962C8B-B14F-4D97-AF65-F5344CB8AC3E}">
        <p14:creationId xmlns:p14="http://schemas.microsoft.com/office/powerpoint/2010/main" val="2271643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3E1FC-5694-8B89-C491-7BA53E357700}"/>
              </a:ext>
            </a:extLst>
          </p:cNvPr>
          <p:cNvSpPr>
            <a:spLocks noGrp="1"/>
          </p:cNvSpPr>
          <p:nvPr>
            <p:ph type="title"/>
          </p:nvPr>
        </p:nvSpPr>
        <p:spPr>
          <a:xfrm>
            <a:off x="6551613" y="762000"/>
            <a:ext cx="4725987" cy="21336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8F6D286-2952-5BB3-594A-BF27B94849AE}"/>
              </a:ext>
            </a:extLst>
          </p:cNvPr>
          <p:cNvSpPr>
            <a:spLocks noGrp="1"/>
          </p:cNvSpPr>
          <p:nvPr>
            <p:ph type="pic" idx="1" hasCustomPrompt="1"/>
          </p:nvPr>
        </p:nvSpPr>
        <p:spPr>
          <a:xfrm>
            <a:off x="609601" y="990600"/>
            <a:ext cx="5486400" cy="4298899"/>
          </a:xfrm>
          <a:noFill/>
          <a:effectLst/>
        </p:spPr>
        <p:txBody>
          <a:bodyPr tIns="365760"/>
          <a:lstStyle>
            <a:lvl1pPr marL="0" marR="0" indent="0" algn="ctr" defTabSz="914400" rtl="0" eaLnBrk="1" fontAlgn="auto" latinLnBrk="0" hangingPunct="1">
              <a:lnSpc>
                <a:spcPct val="90000"/>
              </a:lnSpc>
              <a:spcBef>
                <a:spcPts val="2000"/>
              </a:spcBef>
              <a:spcAft>
                <a:spcPts val="0"/>
              </a:spcAft>
              <a:buClr>
                <a:schemeClr val="tx2"/>
              </a:buClr>
              <a:buSzTx/>
              <a:buFont typeface="Wingdings" pitchFamily="2" charset="2"/>
              <a:buNone/>
              <a:tabLst/>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below to add picture. </a:t>
            </a:r>
            <a:br>
              <a:rPr lang="en-US" dirty="0"/>
            </a:br>
            <a:r>
              <a:rPr lang="en-US" dirty="0"/>
              <a:t>To crop the picture, click Crop on the Picture Tools tab</a:t>
            </a:r>
          </a:p>
        </p:txBody>
      </p:sp>
      <p:sp>
        <p:nvSpPr>
          <p:cNvPr id="4" name="Text Placeholder 3">
            <a:extLst>
              <a:ext uri="{FF2B5EF4-FFF2-40B4-BE49-F238E27FC236}">
                <a16:creationId xmlns:a16="http://schemas.microsoft.com/office/drawing/2014/main" id="{CA1B9431-C3FE-7CB8-8A4E-11841E03BA47}"/>
              </a:ext>
            </a:extLst>
          </p:cNvPr>
          <p:cNvSpPr>
            <a:spLocks noGrp="1"/>
          </p:cNvSpPr>
          <p:nvPr>
            <p:ph type="body" sz="half" idx="2"/>
          </p:nvPr>
        </p:nvSpPr>
        <p:spPr>
          <a:xfrm>
            <a:off x="6551613" y="3048000"/>
            <a:ext cx="4572000" cy="2241499"/>
          </a:xfrm>
        </p:spPr>
        <p:txBody>
          <a:bodyPr anchor="b" anchorCtr="0">
            <a:normAutofit/>
          </a:bodyPr>
          <a:lstStyle>
            <a:lvl1pPr marL="0" indent="0">
              <a:buClr>
                <a:schemeClr val="accent1"/>
              </a:buClr>
              <a:buSzPct val="120000"/>
              <a:buFont typeface="System Font Regular"/>
              <a:buNone/>
              <a:tabLst/>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BE0845-C3A7-6E8F-5C61-5E11CF4CDBB7}"/>
              </a:ext>
            </a:extLst>
          </p:cNvPr>
          <p:cNvSpPr>
            <a:spLocks noGrp="1"/>
          </p:cNvSpPr>
          <p:nvPr>
            <p:ph type="dt" sz="half" idx="10"/>
          </p:nvPr>
        </p:nvSpPr>
        <p:spPr/>
        <p:txBody>
          <a:bodyPr/>
          <a:lstStyle/>
          <a:p>
            <a:fld id="{2CE22E21-6626-7F48-BD7E-E9F69B4CC986}" type="datetime1">
              <a:rPr lang="en-US" smtClean="0"/>
              <a:t>4/13/2026</a:t>
            </a:fld>
            <a:endParaRPr lang="en-US" dirty="0"/>
          </a:p>
        </p:txBody>
      </p:sp>
      <p:sp>
        <p:nvSpPr>
          <p:cNvPr id="6" name="Footer Placeholder 5">
            <a:extLst>
              <a:ext uri="{FF2B5EF4-FFF2-40B4-BE49-F238E27FC236}">
                <a16:creationId xmlns:a16="http://schemas.microsoft.com/office/drawing/2014/main" id="{3340A072-5CE9-D9EB-FA5A-347D0DC3F2A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B46F95E-8EB8-15D7-077A-28ED3EBB5D56}"/>
              </a:ext>
            </a:extLst>
          </p:cNvPr>
          <p:cNvSpPr>
            <a:spLocks noGrp="1"/>
          </p:cNvSpPr>
          <p:nvPr>
            <p:ph type="sldNum" sz="quarter" idx="12"/>
          </p:nvPr>
        </p:nvSpPr>
        <p:spPr/>
        <p:txBody>
          <a:bodyPr/>
          <a:lstStyle/>
          <a:p>
            <a:fld id="{3E1D1B55-F3E9-1242-8F18-D40061936871}" type="slidenum">
              <a:rPr lang="en-US" smtClean="0"/>
              <a:t>‹#›</a:t>
            </a:fld>
            <a:endParaRPr lang="en-US" dirty="0"/>
          </a:p>
        </p:txBody>
      </p:sp>
    </p:spTree>
    <p:extLst>
      <p:ext uri="{BB962C8B-B14F-4D97-AF65-F5344CB8AC3E}">
        <p14:creationId xmlns:p14="http://schemas.microsoft.com/office/powerpoint/2010/main" val="265674615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CFC1A-8AA3-1F3A-309D-65B86EB549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ABC937-51C8-A943-FFC9-D9B57CEBDC7F}"/>
              </a:ext>
            </a:extLst>
          </p:cNvPr>
          <p:cNvSpPr>
            <a:spLocks noGrp="1"/>
          </p:cNvSpPr>
          <p:nvPr>
            <p:ph type="dt" sz="half" idx="10"/>
          </p:nvPr>
        </p:nvSpPr>
        <p:spPr/>
        <p:txBody>
          <a:bodyPr/>
          <a:lstStyle/>
          <a:p>
            <a:fld id="{D06CF7B2-6D0C-1749-99C8-CF428F75A01C}" type="datetime1">
              <a:rPr lang="en-US" smtClean="0"/>
              <a:t>4/13/2026</a:t>
            </a:fld>
            <a:endParaRPr lang="en-US" dirty="0"/>
          </a:p>
        </p:txBody>
      </p:sp>
      <p:sp>
        <p:nvSpPr>
          <p:cNvPr id="4" name="Footer Placeholder 3">
            <a:extLst>
              <a:ext uri="{FF2B5EF4-FFF2-40B4-BE49-F238E27FC236}">
                <a16:creationId xmlns:a16="http://schemas.microsoft.com/office/drawing/2014/main" id="{BC0B8A71-9225-7CD8-1C83-DBBDBCDCF38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BF5A8CB-332D-9515-5CFE-8172E8693BAA}"/>
              </a:ext>
            </a:extLst>
          </p:cNvPr>
          <p:cNvSpPr>
            <a:spLocks noGrp="1"/>
          </p:cNvSpPr>
          <p:nvPr>
            <p:ph type="sldNum" sz="quarter" idx="12"/>
          </p:nvPr>
        </p:nvSpPr>
        <p:spPr/>
        <p:txBody>
          <a:bodyPr/>
          <a:lstStyle/>
          <a:p>
            <a:fld id="{3E1D1B55-F3E9-1242-8F18-D40061936871}" type="slidenum">
              <a:rPr lang="en-US" smtClean="0"/>
              <a:pPr/>
              <a:t>‹#›</a:t>
            </a:fld>
            <a:endParaRPr lang="en-US" dirty="0"/>
          </a:p>
        </p:txBody>
      </p:sp>
    </p:spTree>
    <p:extLst>
      <p:ext uri="{BB962C8B-B14F-4D97-AF65-F5344CB8AC3E}">
        <p14:creationId xmlns:p14="http://schemas.microsoft.com/office/powerpoint/2010/main" val="2591868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E07C2-6D9C-BF04-E789-5975B362A0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425318-746A-F1C9-9F76-E0E02D493189}"/>
              </a:ext>
            </a:extLst>
          </p:cNvPr>
          <p:cNvSpPr>
            <a:spLocks noGrp="1"/>
          </p:cNvSpPr>
          <p:nvPr>
            <p:ph sz="half" idx="1"/>
          </p:nvPr>
        </p:nvSpPr>
        <p:spPr>
          <a:xfrm>
            <a:off x="609600" y="1825625"/>
            <a:ext cx="5029200" cy="3432175"/>
          </a:xfrm>
        </p:spPr>
        <p:txBody>
          <a:bodyPr>
            <a:normAutofit/>
          </a:bodyPr>
          <a:lstStyle>
            <a:lvl1pPr>
              <a:defRPr sz="24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525F21F-1339-03C9-C6C8-52CF6F85F1CD}"/>
              </a:ext>
            </a:extLst>
          </p:cNvPr>
          <p:cNvSpPr>
            <a:spLocks noGrp="1"/>
          </p:cNvSpPr>
          <p:nvPr>
            <p:ph sz="half" idx="2"/>
          </p:nvPr>
        </p:nvSpPr>
        <p:spPr>
          <a:xfrm>
            <a:off x="6111766" y="1825625"/>
            <a:ext cx="5029201" cy="3432175"/>
          </a:xfrm>
        </p:spPr>
        <p:txBody>
          <a:bodyPr>
            <a:normAutofit/>
          </a:bodyPr>
          <a:lstStyle>
            <a:lvl1pPr>
              <a:defRPr sz="24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0FBD777-E1ED-B7BD-D234-FBA2A93D0CC6}"/>
              </a:ext>
            </a:extLst>
          </p:cNvPr>
          <p:cNvSpPr>
            <a:spLocks noGrp="1"/>
          </p:cNvSpPr>
          <p:nvPr>
            <p:ph type="dt" sz="half" idx="10"/>
          </p:nvPr>
        </p:nvSpPr>
        <p:spPr/>
        <p:txBody>
          <a:bodyPr/>
          <a:lstStyle/>
          <a:p>
            <a:fld id="{6E202C91-2BFC-A04F-9296-2B99B3ED0817}" type="datetime1">
              <a:rPr lang="en-US" smtClean="0"/>
              <a:t>4/13/2026</a:t>
            </a:fld>
            <a:endParaRPr lang="en-US" dirty="0"/>
          </a:p>
        </p:txBody>
      </p:sp>
      <p:sp>
        <p:nvSpPr>
          <p:cNvPr id="6" name="Footer Placeholder 5">
            <a:extLst>
              <a:ext uri="{FF2B5EF4-FFF2-40B4-BE49-F238E27FC236}">
                <a16:creationId xmlns:a16="http://schemas.microsoft.com/office/drawing/2014/main" id="{C11BCB7D-2D1A-A8C3-18BF-F19BD4A6C13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5D1049C-0A42-1626-E4CB-C9416DAB07E5}"/>
              </a:ext>
            </a:extLst>
          </p:cNvPr>
          <p:cNvSpPr>
            <a:spLocks noGrp="1"/>
          </p:cNvSpPr>
          <p:nvPr>
            <p:ph type="sldNum" sz="quarter" idx="12"/>
          </p:nvPr>
        </p:nvSpPr>
        <p:spPr/>
        <p:txBody>
          <a:bodyPr/>
          <a:lstStyle/>
          <a:p>
            <a:fld id="{3E1D1B55-F3E9-1242-8F18-D40061936871}" type="slidenum">
              <a:rPr lang="en-US" smtClean="0"/>
              <a:pPr/>
              <a:t>‹#›</a:t>
            </a:fld>
            <a:endParaRPr lang="en-US" dirty="0"/>
          </a:p>
        </p:txBody>
      </p:sp>
    </p:spTree>
    <p:extLst>
      <p:ext uri="{BB962C8B-B14F-4D97-AF65-F5344CB8AC3E}">
        <p14:creationId xmlns:p14="http://schemas.microsoft.com/office/powerpoint/2010/main" val="3116301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6E5F2-E07D-49A5-45D2-61A59E6F2AA5}"/>
              </a:ext>
            </a:extLst>
          </p:cNvPr>
          <p:cNvSpPr>
            <a:spLocks noGrp="1"/>
          </p:cNvSpPr>
          <p:nvPr>
            <p:ph type="title"/>
          </p:nvPr>
        </p:nvSpPr>
        <p:spPr>
          <a:xfrm>
            <a:off x="609600" y="365125"/>
            <a:ext cx="10745788" cy="1006475"/>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2D649B-7DD0-707F-0286-3C79FF008D18}"/>
              </a:ext>
            </a:extLst>
          </p:cNvPr>
          <p:cNvSpPr>
            <a:spLocks noGrp="1"/>
          </p:cNvSpPr>
          <p:nvPr>
            <p:ph type="body" idx="1"/>
          </p:nvPr>
        </p:nvSpPr>
        <p:spPr>
          <a:xfrm>
            <a:off x="618331" y="1421607"/>
            <a:ext cx="5026025" cy="823912"/>
          </a:xfrm>
        </p:spPr>
        <p:txBody>
          <a:bodyPr anchor="b"/>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4E628A-8E78-3092-8EEC-BCD0443E9438}"/>
              </a:ext>
            </a:extLst>
          </p:cNvPr>
          <p:cNvSpPr>
            <a:spLocks noGrp="1"/>
          </p:cNvSpPr>
          <p:nvPr>
            <p:ph sz="half" idx="2"/>
          </p:nvPr>
        </p:nvSpPr>
        <p:spPr>
          <a:xfrm>
            <a:off x="618331" y="2245519"/>
            <a:ext cx="5026025" cy="3133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4209B32-F927-21F8-6DB7-B78B0048D8D1}"/>
              </a:ext>
            </a:extLst>
          </p:cNvPr>
          <p:cNvSpPr>
            <a:spLocks noGrp="1"/>
          </p:cNvSpPr>
          <p:nvPr>
            <p:ph type="body" sz="quarter" idx="3"/>
          </p:nvPr>
        </p:nvSpPr>
        <p:spPr>
          <a:xfrm>
            <a:off x="6547645" y="1421607"/>
            <a:ext cx="5033167" cy="823912"/>
          </a:xfrm>
        </p:spPr>
        <p:txBody>
          <a:bodyPr anchor="b"/>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AE6394-88A7-A6AA-0283-D80CBBB03F80}"/>
              </a:ext>
            </a:extLst>
          </p:cNvPr>
          <p:cNvSpPr>
            <a:spLocks noGrp="1"/>
          </p:cNvSpPr>
          <p:nvPr>
            <p:ph sz="quarter" idx="4"/>
          </p:nvPr>
        </p:nvSpPr>
        <p:spPr>
          <a:xfrm>
            <a:off x="6547645" y="2245519"/>
            <a:ext cx="5033168" cy="3133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A32CFC-E655-92D0-91E5-1D2C643C713F}"/>
              </a:ext>
            </a:extLst>
          </p:cNvPr>
          <p:cNvSpPr>
            <a:spLocks noGrp="1"/>
          </p:cNvSpPr>
          <p:nvPr>
            <p:ph type="dt" sz="half" idx="10"/>
          </p:nvPr>
        </p:nvSpPr>
        <p:spPr/>
        <p:txBody>
          <a:bodyPr/>
          <a:lstStyle/>
          <a:p>
            <a:fld id="{DE8D1133-C6F7-A54C-B4F9-F574FC8B44CF}" type="datetime1">
              <a:rPr lang="en-US" smtClean="0"/>
              <a:t>4/13/2026</a:t>
            </a:fld>
            <a:endParaRPr lang="en-US" dirty="0"/>
          </a:p>
        </p:txBody>
      </p:sp>
      <p:sp>
        <p:nvSpPr>
          <p:cNvPr id="8" name="Footer Placeholder 7">
            <a:extLst>
              <a:ext uri="{FF2B5EF4-FFF2-40B4-BE49-F238E27FC236}">
                <a16:creationId xmlns:a16="http://schemas.microsoft.com/office/drawing/2014/main" id="{77FD39A2-B6C2-50DB-DA1C-26525AE178E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61E5A19-DEF8-8A75-0CA7-231B92809BC3}"/>
              </a:ext>
            </a:extLst>
          </p:cNvPr>
          <p:cNvSpPr>
            <a:spLocks noGrp="1"/>
          </p:cNvSpPr>
          <p:nvPr>
            <p:ph type="sldNum" sz="quarter" idx="12"/>
          </p:nvPr>
        </p:nvSpPr>
        <p:spPr/>
        <p:txBody>
          <a:bodyPr/>
          <a:lstStyle/>
          <a:p>
            <a:fld id="{3E1D1B55-F3E9-1242-8F18-D40061936871}" type="slidenum">
              <a:rPr lang="en-US" smtClean="0"/>
              <a:pPr/>
              <a:t>‹#›</a:t>
            </a:fld>
            <a:endParaRPr lang="en-US" dirty="0"/>
          </a:p>
        </p:txBody>
      </p:sp>
    </p:spTree>
    <p:extLst>
      <p:ext uri="{BB962C8B-B14F-4D97-AF65-F5344CB8AC3E}">
        <p14:creationId xmlns:p14="http://schemas.microsoft.com/office/powerpoint/2010/main" val="2778230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4B92D9-0B28-E637-181B-4BD4F8C5E865}"/>
              </a:ext>
            </a:extLst>
          </p:cNvPr>
          <p:cNvSpPr>
            <a:spLocks noGrp="1"/>
          </p:cNvSpPr>
          <p:nvPr>
            <p:ph type="dt" sz="half" idx="10"/>
          </p:nvPr>
        </p:nvSpPr>
        <p:spPr/>
        <p:txBody>
          <a:bodyPr/>
          <a:lstStyle/>
          <a:p>
            <a:fld id="{9BE07659-B258-5942-BADA-20CC774035A0}" type="datetime1">
              <a:rPr lang="en-US" smtClean="0"/>
              <a:t>4/13/2026</a:t>
            </a:fld>
            <a:endParaRPr lang="en-US" dirty="0"/>
          </a:p>
        </p:txBody>
      </p:sp>
      <p:sp>
        <p:nvSpPr>
          <p:cNvPr id="3" name="Footer Placeholder 2">
            <a:extLst>
              <a:ext uri="{FF2B5EF4-FFF2-40B4-BE49-F238E27FC236}">
                <a16:creationId xmlns:a16="http://schemas.microsoft.com/office/drawing/2014/main" id="{94954192-2427-0DC8-0EAA-A64403D924A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B013789-D139-DD4C-0551-12E374CDB16D}"/>
              </a:ext>
            </a:extLst>
          </p:cNvPr>
          <p:cNvSpPr>
            <a:spLocks noGrp="1"/>
          </p:cNvSpPr>
          <p:nvPr>
            <p:ph type="sldNum" sz="quarter" idx="12"/>
          </p:nvPr>
        </p:nvSpPr>
        <p:spPr/>
        <p:txBody>
          <a:bodyPr/>
          <a:lstStyle/>
          <a:p>
            <a:fld id="{3E1D1B55-F3E9-1242-8F18-D40061936871}" type="slidenum">
              <a:rPr lang="en-US" smtClean="0"/>
              <a:t>‹#›</a:t>
            </a:fld>
            <a:endParaRPr lang="en-US" dirty="0"/>
          </a:p>
        </p:txBody>
      </p:sp>
    </p:spTree>
    <p:extLst>
      <p:ext uri="{BB962C8B-B14F-4D97-AF65-F5344CB8AC3E}">
        <p14:creationId xmlns:p14="http://schemas.microsoft.com/office/powerpoint/2010/main" val="226599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A525F-0A3B-0A82-FBA8-69CEB60A3D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F726D1-60B7-13F2-745F-8628A92E3A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C964F2-ED7E-FB0A-F2FC-34613DC9645F}"/>
              </a:ext>
            </a:extLst>
          </p:cNvPr>
          <p:cNvSpPr>
            <a:spLocks noGrp="1"/>
          </p:cNvSpPr>
          <p:nvPr>
            <p:ph type="dt" sz="half" idx="10"/>
          </p:nvPr>
        </p:nvSpPr>
        <p:spPr/>
        <p:txBody>
          <a:bodyPr/>
          <a:lstStyle/>
          <a:p>
            <a:fld id="{F8EF8AD4-0A8D-1942-AD91-7D3C5A1D73BF}" type="datetime1">
              <a:rPr lang="en-US" smtClean="0"/>
              <a:t>4/13/2026</a:t>
            </a:fld>
            <a:endParaRPr lang="en-US" dirty="0"/>
          </a:p>
        </p:txBody>
      </p:sp>
      <p:sp>
        <p:nvSpPr>
          <p:cNvPr id="5" name="Footer Placeholder 4">
            <a:extLst>
              <a:ext uri="{FF2B5EF4-FFF2-40B4-BE49-F238E27FC236}">
                <a16:creationId xmlns:a16="http://schemas.microsoft.com/office/drawing/2014/main" id="{0E9810DB-DBB4-3D40-4773-A7EC1479BD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FAFE995-CC29-4AFA-CB27-CF08B1F56BE3}"/>
              </a:ext>
            </a:extLst>
          </p:cNvPr>
          <p:cNvSpPr>
            <a:spLocks noGrp="1"/>
          </p:cNvSpPr>
          <p:nvPr>
            <p:ph type="sldNum" sz="quarter" idx="12"/>
          </p:nvPr>
        </p:nvSpPr>
        <p:spPr/>
        <p:txBody>
          <a:bodyPr/>
          <a:lstStyle/>
          <a:p>
            <a:fld id="{3E1D1B55-F3E9-1242-8F18-D40061936871}" type="slidenum">
              <a:rPr lang="en-US" smtClean="0"/>
              <a:t>‹#›</a:t>
            </a:fld>
            <a:endParaRPr lang="en-US" dirty="0"/>
          </a:p>
        </p:txBody>
      </p:sp>
    </p:spTree>
    <p:extLst>
      <p:ext uri="{BB962C8B-B14F-4D97-AF65-F5344CB8AC3E}">
        <p14:creationId xmlns:p14="http://schemas.microsoft.com/office/powerpoint/2010/main" val="3925168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8F61B-E0C1-9CF0-2B16-FE8B941ECCB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ADFCD1-4F9D-5A79-22BB-572B3A36F4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91F889-A890-6F2D-CE9F-A7EAED634806}"/>
              </a:ext>
            </a:extLst>
          </p:cNvPr>
          <p:cNvSpPr>
            <a:spLocks noGrp="1"/>
          </p:cNvSpPr>
          <p:nvPr>
            <p:ph type="dt" sz="half" idx="10"/>
          </p:nvPr>
        </p:nvSpPr>
        <p:spPr/>
        <p:txBody>
          <a:bodyPr/>
          <a:lstStyle/>
          <a:p>
            <a:fld id="{B521F17A-2A7E-764E-8194-BD617B10743D}" type="datetime1">
              <a:rPr lang="en-US" smtClean="0"/>
              <a:t>4/13/2026</a:t>
            </a:fld>
            <a:endParaRPr lang="en-US" dirty="0"/>
          </a:p>
        </p:txBody>
      </p:sp>
      <p:sp>
        <p:nvSpPr>
          <p:cNvPr id="5" name="Footer Placeholder 4">
            <a:extLst>
              <a:ext uri="{FF2B5EF4-FFF2-40B4-BE49-F238E27FC236}">
                <a16:creationId xmlns:a16="http://schemas.microsoft.com/office/drawing/2014/main" id="{A765AB35-9A8B-4638-DC3C-9A106845E2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D99216-C74A-2574-5A1E-6232E83EAF73}"/>
              </a:ext>
            </a:extLst>
          </p:cNvPr>
          <p:cNvSpPr>
            <a:spLocks noGrp="1"/>
          </p:cNvSpPr>
          <p:nvPr>
            <p:ph type="sldNum" sz="quarter" idx="12"/>
          </p:nvPr>
        </p:nvSpPr>
        <p:spPr/>
        <p:txBody>
          <a:bodyPr/>
          <a:lstStyle/>
          <a:p>
            <a:fld id="{3E1D1B55-F3E9-1242-8F18-D40061936871}" type="slidenum">
              <a:rPr lang="en-US" smtClean="0"/>
              <a:t>‹#›</a:t>
            </a:fld>
            <a:endParaRPr lang="en-US" dirty="0"/>
          </a:p>
        </p:txBody>
      </p:sp>
    </p:spTree>
    <p:extLst>
      <p:ext uri="{BB962C8B-B14F-4D97-AF65-F5344CB8AC3E}">
        <p14:creationId xmlns:p14="http://schemas.microsoft.com/office/powerpoint/2010/main" val="4169206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5" name="Lion Footer Graphics">
            <a:extLst>
              <a:ext uri="{FF2B5EF4-FFF2-40B4-BE49-F238E27FC236}">
                <a16:creationId xmlns:a16="http://schemas.microsoft.com/office/drawing/2014/main" id="{BED6EA41-124F-472F-CEAF-A12C010D8F44}"/>
              </a:ext>
            </a:extLst>
          </p:cNvPr>
          <p:cNvGrpSpPr>
            <a:grpSpLocks noGrp="1" noUngrp="1" noRot="1" noMove="1" noResize="1"/>
          </p:cNvGrpSpPr>
          <p:nvPr userDrawn="1"/>
        </p:nvGrpSpPr>
        <p:grpSpPr>
          <a:xfrm>
            <a:off x="-7620" y="5934456"/>
            <a:ext cx="12207240" cy="940140"/>
            <a:chOff x="-7620" y="5934456"/>
            <a:chExt cx="12207240" cy="940140"/>
          </a:xfrm>
        </p:grpSpPr>
        <p:pic>
          <p:nvPicPr>
            <p:cNvPr id="33" name="Lion Shrine Footer Image">
              <a:extLst>
                <a:ext uri="{FF2B5EF4-FFF2-40B4-BE49-F238E27FC236}">
                  <a16:creationId xmlns:a16="http://schemas.microsoft.com/office/drawing/2014/main" id="{3760D224-8E7F-1E8C-A909-C25FD04AA4B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13">
              <a:alphaModFix/>
            </a:blip>
            <a:srcRect t="86448" r="-28" b="99"/>
            <a:stretch>
              <a:fillRect/>
            </a:stretch>
          </p:blipFill>
          <p:spPr>
            <a:xfrm>
              <a:off x="-7620" y="5934456"/>
              <a:ext cx="12207240" cy="923544"/>
            </a:xfrm>
            <a:prstGeom prst="rect">
              <a:avLst/>
            </a:prstGeom>
          </p:spPr>
        </p:pic>
        <p:sp>
          <p:nvSpPr>
            <p:cNvPr id="29" name="footer bar">
              <a:extLst>
                <a:ext uri="{FF2B5EF4-FFF2-40B4-BE49-F238E27FC236}">
                  <a16:creationId xmlns:a16="http://schemas.microsoft.com/office/drawing/2014/main" id="{11AE4715-6EE2-CBC9-9E0F-A8D32B13133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5943600"/>
              <a:ext cx="12192000" cy="914400"/>
            </a:xfrm>
            <a:prstGeom prst="rect">
              <a:avLst/>
            </a:prstGeom>
            <a:gradFill>
              <a:gsLst>
                <a:gs pos="91000">
                  <a:srgbClr val="1E407C">
                    <a:alpha val="28188"/>
                  </a:srgbClr>
                </a:gs>
                <a:gs pos="79000">
                  <a:srgbClr val="1E407C">
                    <a:alpha val="92291"/>
                  </a:srgbClr>
                </a:gs>
                <a:gs pos="4000">
                  <a:srgbClr val="1E407C">
                    <a:alpha val="59828"/>
                  </a:srgbClr>
                </a:gs>
                <a:gs pos="13000">
                  <a:srgbClr val="1E407C">
                    <a:alpha val="90391"/>
                  </a:srgbClr>
                </a:gs>
                <a:gs pos="46000">
                  <a:srgbClr val="1E407C">
                    <a:alpha val="92080"/>
                  </a:srgbClr>
                </a:gs>
              </a:gsLst>
              <a:lin ang="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CommShld">
              <a:extLst>
                <a:ext uri="{FF2B5EF4-FFF2-40B4-BE49-F238E27FC236}">
                  <a16:creationId xmlns:a16="http://schemas.microsoft.com/office/drawing/2014/main" id="{D96603D4-817B-8A91-D9D0-AFCFA9BB4C8D}"/>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14">
              <a:alphaModFix amt="34000"/>
            </a:blip>
            <a:srcRect t="86423"/>
            <a:stretch>
              <a:fillRect/>
            </a:stretch>
          </p:blipFill>
          <p:spPr>
            <a:xfrm>
              <a:off x="6223000" y="5943457"/>
              <a:ext cx="5969000" cy="931139"/>
            </a:xfrm>
            <a:prstGeom prst="rect">
              <a:avLst/>
            </a:prstGeom>
          </p:spPr>
        </p:pic>
        <p:cxnSp>
          <p:nvCxnSpPr>
            <p:cNvPr id="31" name="footer line">
              <a:extLst>
                <a:ext uri="{FF2B5EF4-FFF2-40B4-BE49-F238E27FC236}">
                  <a16:creationId xmlns:a16="http://schemas.microsoft.com/office/drawing/2014/main" id="{34099A68-F697-91F8-478A-905D9D5BB6A8}"/>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0" y="5943600"/>
              <a:ext cx="12192000" cy="0"/>
            </a:xfrm>
            <a:prstGeom prst="line">
              <a:avLst/>
            </a:prstGeom>
            <a:ln w="25400">
              <a:gradFill>
                <a:gsLst>
                  <a:gs pos="27000">
                    <a:schemeClr val="accent1">
                      <a:lumMod val="5000"/>
                      <a:lumOff val="95000"/>
                      <a:alpha val="17000"/>
                    </a:schemeClr>
                  </a:gs>
                  <a:gs pos="0">
                    <a:schemeClr val="accent4">
                      <a:alpha val="18000"/>
                    </a:schemeClr>
                  </a:gs>
                  <a:gs pos="90000">
                    <a:schemeClr val="accent4">
                      <a:alpha val="20000"/>
                    </a:schemeClr>
                  </a:gs>
                </a:gsLst>
                <a:lin ang="0" scaled="0"/>
              </a:gradFill>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A37A061B-E2D0-062A-8997-8B6BC4ABED45}"/>
              </a:ext>
            </a:extLst>
          </p:cNvPr>
          <p:cNvSpPr>
            <a:spLocks noGrp="1"/>
          </p:cNvSpPr>
          <p:nvPr>
            <p:ph type="title"/>
          </p:nvPr>
        </p:nvSpPr>
        <p:spPr>
          <a:xfrm>
            <a:off x="609600" y="457200"/>
            <a:ext cx="10972800" cy="914400"/>
          </a:xfrm>
          <a:prstGeom prst="rect">
            <a:avLst/>
          </a:prstGeom>
        </p:spPr>
        <p:txBody>
          <a:bodyPr vert="horz" lIns="91440" tIns="45720" rIns="91440" bIns="45720" rtlCol="0" anchor="b" anchorCtr="0">
            <a:noAutofit/>
          </a:bodyPr>
          <a:lstStyle/>
          <a:p>
            <a:endParaRPr lang="en-US"/>
          </a:p>
        </p:txBody>
      </p:sp>
      <p:sp>
        <p:nvSpPr>
          <p:cNvPr id="3" name="Text Placeholder 2">
            <a:extLst>
              <a:ext uri="{FF2B5EF4-FFF2-40B4-BE49-F238E27FC236}">
                <a16:creationId xmlns:a16="http://schemas.microsoft.com/office/drawing/2014/main" id="{A6652739-D66F-AA7A-6920-E8A8EA46811A}"/>
              </a:ext>
            </a:extLst>
          </p:cNvPr>
          <p:cNvSpPr>
            <a:spLocks noGrp="1"/>
          </p:cNvSpPr>
          <p:nvPr>
            <p:ph type="body" idx="1"/>
          </p:nvPr>
        </p:nvSpPr>
        <p:spPr>
          <a:xfrm>
            <a:off x="609600" y="1593851"/>
            <a:ext cx="10972800" cy="4197349"/>
          </a:xfrm>
          <a:prstGeom prst="rect">
            <a:avLst/>
          </a:prstGeom>
          <a:noFill/>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219654C-F683-C04E-AC9E-E1AB426C28A6}"/>
              </a:ext>
            </a:extLst>
          </p:cNvPr>
          <p:cNvSpPr>
            <a:spLocks noGrp="1"/>
          </p:cNvSpPr>
          <p:nvPr>
            <p:ph type="dt" sz="half" idx="2"/>
          </p:nvPr>
        </p:nvSpPr>
        <p:spPr>
          <a:xfrm>
            <a:off x="8380413" y="5943600"/>
            <a:ext cx="3089211" cy="914400"/>
          </a:xfrm>
          <a:prstGeom prst="rect">
            <a:avLst/>
          </a:prstGeom>
        </p:spPr>
        <p:txBody>
          <a:bodyPr vert="horz" lIns="91440" tIns="265176" rIns="1005840" bIns="91440" rtlCol="0" anchor="t" anchorCtr="0"/>
          <a:lstStyle>
            <a:lvl1pPr algn="l">
              <a:defRPr sz="1600" b="0">
                <a:solidFill>
                  <a:schemeClr val="tx2"/>
                </a:solidFill>
              </a:defRPr>
            </a:lvl1pPr>
          </a:lstStyle>
          <a:p>
            <a:fld id="{9E944EA1-8BCD-964C-87E6-31892231A579}" type="datetime1">
              <a:rPr lang="en-US" smtClean="0"/>
              <a:t>4/13/2026</a:t>
            </a:fld>
            <a:endParaRPr lang="en-US" dirty="0"/>
          </a:p>
        </p:txBody>
      </p:sp>
      <p:sp>
        <p:nvSpPr>
          <p:cNvPr id="5" name="Footer Placeholder 4">
            <a:extLst>
              <a:ext uri="{FF2B5EF4-FFF2-40B4-BE49-F238E27FC236}">
                <a16:creationId xmlns:a16="http://schemas.microsoft.com/office/drawing/2014/main" id="{0CDEAB10-171B-90F2-7CFE-E58935A2E6BA}"/>
              </a:ext>
            </a:extLst>
          </p:cNvPr>
          <p:cNvSpPr>
            <a:spLocks noGrp="1"/>
          </p:cNvSpPr>
          <p:nvPr>
            <p:ph type="ftr" sz="quarter" idx="3"/>
          </p:nvPr>
        </p:nvSpPr>
        <p:spPr>
          <a:xfrm>
            <a:off x="3354388" y="5943600"/>
            <a:ext cx="5026025" cy="914400"/>
          </a:xfrm>
          <a:prstGeom prst="rect">
            <a:avLst/>
          </a:prstGeom>
        </p:spPr>
        <p:txBody>
          <a:bodyPr vert="horz" lIns="548640" tIns="265176" rIns="182880" bIns="91440" rtlCol="0" anchor="t" anchorCtr="0"/>
          <a:lstStyle>
            <a:lvl1pPr algn="l">
              <a:defRPr sz="1600" b="0" i="0">
                <a:solidFill>
                  <a:schemeClr val="tx2"/>
                </a:solidFill>
                <a:latin typeface="+mn-lt"/>
                <a:cs typeface="Arial Narrow"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710E1D52-E2F8-EB1B-5C28-22BEBDFE9AEA}"/>
              </a:ext>
            </a:extLst>
          </p:cNvPr>
          <p:cNvSpPr>
            <a:spLocks noGrp="1"/>
          </p:cNvSpPr>
          <p:nvPr>
            <p:ph type="sldNum" sz="quarter" idx="4"/>
          </p:nvPr>
        </p:nvSpPr>
        <p:spPr>
          <a:xfrm>
            <a:off x="11469624" y="5943600"/>
            <a:ext cx="722376" cy="914400"/>
          </a:xfrm>
          <a:prstGeom prst="rect">
            <a:avLst/>
          </a:prstGeom>
        </p:spPr>
        <p:txBody>
          <a:bodyPr vert="horz" lIns="91440" tIns="265176" rIns="91440" bIns="91440" rtlCol="0" anchor="t" anchorCtr="0"/>
          <a:lstStyle>
            <a:lvl1pPr algn="ctr">
              <a:defRPr sz="1600" b="1" i="0">
                <a:solidFill>
                  <a:srgbClr val="F0F0F0"/>
                </a:solidFill>
                <a:latin typeface="Arial" panose="020B0604020202020204" pitchFamily="34" charset="0"/>
                <a:cs typeface="Arial" panose="020B0604020202020204" pitchFamily="34" charset="0"/>
              </a:defRPr>
            </a:lvl1pPr>
          </a:lstStyle>
          <a:p>
            <a:fld id="{3E1D1B55-F3E9-1242-8F18-D40061936871}" type="slidenum">
              <a:rPr lang="en-US" smtClean="0"/>
              <a:pPr/>
              <a:t>‹#›</a:t>
            </a:fld>
            <a:endParaRPr lang="en-US" dirty="0"/>
          </a:p>
        </p:txBody>
      </p:sp>
      <p:pic>
        <p:nvPicPr>
          <p:cNvPr id="8" name="Penn State Mark on Dark BG" descr="Penn State University mark">
            <a:extLst>
              <a:ext uri="{FF2B5EF4-FFF2-40B4-BE49-F238E27FC236}">
                <a16:creationId xmlns:a16="http://schemas.microsoft.com/office/drawing/2014/main" id="{C8517886-6389-7F80-1381-82EE2F4D0E1E}"/>
              </a:ext>
              <a:ext uri="{C183D7F6-B498-43B3-948B-1728B52AA6E4}">
                <adec:decorative xmlns:adec="http://schemas.microsoft.com/office/drawing/2017/decorative" val="0"/>
              </a:ext>
            </a:extLst>
          </p:cNvPr>
          <p:cNvPicPr>
            <a:picLocks noChangeAspect="1"/>
          </p:cNvPicPr>
          <p:nvPr userDrawn="1"/>
        </p:nvPicPr>
        <p:blipFill>
          <a:blip r:embed="rId15"/>
          <a:srcRect/>
          <a:stretch/>
        </p:blipFill>
        <p:spPr>
          <a:xfrm>
            <a:off x="487111" y="5996734"/>
            <a:ext cx="1728216" cy="798843"/>
          </a:xfrm>
          <a:prstGeom prst="rect">
            <a:avLst/>
          </a:prstGeom>
        </p:spPr>
      </p:pic>
    </p:spTree>
    <p:extLst>
      <p:ext uri="{BB962C8B-B14F-4D97-AF65-F5344CB8AC3E}">
        <p14:creationId xmlns:p14="http://schemas.microsoft.com/office/powerpoint/2010/main" val="941059040"/>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72" r:id="rId3"/>
    <p:sldLayoutId id="2147483656" r:id="rId4"/>
    <p:sldLayoutId id="2147483657" r:id="rId5"/>
    <p:sldLayoutId id="2147483675" r:id="rId6"/>
    <p:sldLayoutId id="2147483673" r:id="rId7"/>
    <p:sldLayoutId id="2147483674" r:id="rId8"/>
    <p:sldLayoutId id="2147483655" r:id="rId9"/>
    <p:sldLayoutId id="2147483658" r:id="rId10"/>
    <p:sldLayoutId id="2147483659" r:id="rId11"/>
  </p:sldLayoutIdLst>
  <p:hf hdr="0" ftr="0" dt="0"/>
  <p:txStyles>
    <p:titleStyle>
      <a:lvl1pPr algn="l" defTabSz="914400" rtl="0" eaLnBrk="1" latinLnBrk="0" hangingPunct="1">
        <a:lnSpc>
          <a:spcPct val="80000"/>
        </a:lnSpc>
        <a:spcBef>
          <a:spcPct val="0"/>
        </a:spcBef>
        <a:buNone/>
        <a:defRPr sz="3200" b="1" kern="1200">
          <a:solidFill>
            <a:schemeClr val="tx2"/>
          </a:solidFill>
          <a:latin typeface="+mj-lt"/>
          <a:ea typeface="+mj-ea"/>
          <a:cs typeface="+mj-cs"/>
        </a:defRPr>
      </a:lvl1pPr>
    </p:titleStyle>
    <p:bodyStyle>
      <a:lvl1pPr marL="201168" indent="-201168" algn="l" defTabSz="914400" rtl="0" eaLnBrk="1" latinLnBrk="0" hangingPunct="1">
        <a:lnSpc>
          <a:spcPct val="90000"/>
        </a:lnSpc>
        <a:spcBef>
          <a:spcPts val="2000"/>
        </a:spcBef>
        <a:buClr>
          <a:schemeClr val="tx2"/>
        </a:buClr>
        <a:buFont typeface="Wingdings" pitchFamily="2" charset="2"/>
        <a:buChar char="§"/>
        <a:defRPr sz="2800" kern="1200">
          <a:solidFill>
            <a:schemeClr val="tx1"/>
          </a:solidFill>
          <a:latin typeface="+mn-lt"/>
          <a:ea typeface="+mn-ea"/>
          <a:cs typeface="+mn-cs"/>
        </a:defRPr>
      </a:lvl1pPr>
      <a:lvl2pPr marL="594360" indent="-18288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2pPr>
      <a:lvl3pPr marL="1051560" indent="-137160" algn="l" defTabSz="914400" rtl="0" eaLnBrk="1" latinLnBrk="0" hangingPunct="1">
        <a:lnSpc>
          <a:spcPct val="90000"/>
        </a:lnSpc>
        <a:spcBef>
          <a:spcPts val="1100"/>
        </a:spcBef>
        <a:buClr>
          <a:schemeClr val="tx2"/>
        </a:buClr>
        <a:buFont typeface="Arial" panose="020B0604020202020204" pitchFamily="34" charset="0"/>
        <a:buChar char="•"/>
        <a:defRPr sz="2400" kern="1200">
          <a:solidFill>
            <a:schemeClr val="tx1"/>
          </a:solidFill>
          <a:latin typeface="+mn-lt"/>
          <a:ea typeface="+mn-ea"/>
          <a:cs typeface="+mn-cs"/>
        </a:defRPr>
      </a:lvl3pPr>
      <a:lvl4pPr marL="1417320" indent="-13716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4pPr>
      <a:lvl5pPr marL="1965960" indent="-13716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A2B7E6"/>
          </p15:clr>
        </p15:guide>
        <p15:guide id="2" pos="7680" userDrawn="1">
          <p15:clr>
            <a:srgbClr val="A2B7E6"/>
          </p15:clr>
        </p15:guide>
        <p15:guide id="3" pos="384" userDrawn="1">
          <p15:clr>
            <a:srgbClr val="A2B7E6"/>
          </p15:clr>
        </p15:guide>
        <p15:guide id="4" pos="672" userDrawn="1">
          <p15:clr>
            <a:srgbClr val="A2B7E6"/>
          </p15:clr>
        </p15:guide>
        <p15:guide id="5" pos="960" userDrawn="1">
          <p15:clr>
            <a:srgbClr val="A2B7E6"/>
          </p15:clr>
        </p15:guide>
        <p15:guide id="6" pos="1248" userDrawn="1">
          <p15:clr>
            <a:srgbClr val="A2B7E6"/>
          </p15:clr>
        </p15:guide>
        <p15:guide id="7" pos="1536" userDrawn="1">
          <p15:clr>
            <a:srgbClr val="A2B7E6"/>
          </p15:clr>
        </p15:guide>
        <p15:guide id="8" pos="1824" userDrawn="1">
          <p15:clr>
            <a:srgbClr val="A2B7E6"/>
          </p15:clr>
        </p15:guide>
        <p15:guide id="9" pos="2112" userDrawn="1">
          <p15:clr>
            <a:srgbClr val="A2B7E6"/>
          </p15:clr>
        </p15:guide>
        <p15:guide id="10" pos="2400" userDrawn="1">
          <p15:clr>
            <a:srgbClr val="A2B7E6"/>
          </p15:clr>
        </p15:guide>
        <p15:guide id="11" pos="2688" userDrawn="1">
          <p15:clr>
            <a:srgbClr val="A2B7E6"/>
          </p15:clr>
        </p15:guide>
        <p15:guide id="12" pos="2976" userDrawn="1">
          <p15:clr>
            <a:srgbClr val="A2B7E6"/>
          </p15:clr>
        </p15:guide>
        <p15:guide id="13" pos="3264" userDrawn="1">
          <p15:clr>
            <a:srgbClr val="A2B7E6"/>
          </p15:clr>
        </p15:guide>
        <p15:guide id="14" pos="3552" userDrawn="1">
          <p15:clr>
            <a:srgbClr val="A2B7E6"/>
          </p15:clr>
        </p15:guide>
        <p15:guide id="15" pos="3840" userDrawn="1">
          <p15:clr>
            <a:srgbClr val="A2B7E6"/>
          </p15:clr>
        </p15:guide>
        <p15:guide id="16" pos="4127" userDrawn="1">
          <p15:clr>
            <a:srgbClr val="A2B7E6"/>
          </p15:clr>
        </p15:guide>
        <p15:guide id="17" pos="4415" userDrawn="1">
          <p15:clr>
            <a:srgbClr val="A2B7E6"/>
          </p15:clr>
        </p15:guide>
        <p15:guide id="18" pos="4703" userDrawn="1">
          <p15:clr>
            <a:srgbClr val="A2B7E6"/>
          </p15:clr>
        </p15:guide>
        <p15:guide id="19" pos="4991" userDrawn="1">
          <p15:clr>
            <a:srgbClr val="A2B7E6"/>
          </p15:clr>
        </p15:guide>
        <p15:guide id="20" pos="5279" userDrawn="1">
          <p15:clr>
            <a:srgbClr val="A2B7E6"/>
          </p15:clr>
        </p15:guide>
        <p15:guide id="21" pos="5567" userDrawn="1">
          <p15:clr>
            <a:srgbClr val="A2B7E6"/>
          </p15:clr>
        </p15:guide>
        <p15:guide id="22" pos="5855" userDrawn="1">
          <p15:clr>
            <a:srgbClr val="A2B7E6"/>
          </p15:clr>
        </p15:guide>
        <p15:guide id="23" pos="6144" userDrawn="1">
          <p15:clr>
            <a:srgbClr val="A2B7E6"/>
          </p15:clr>
        </p15:guide>
        <p15:guide id="24" pos="6431" userDrawn="1">
          <p15:clr>
            <a:srgbClr val="A2B7E6"/>
          </p15:clr>
        </p15:guide>
        <p15:guide id="25" pos="6719" userDrawn="1">
          <p15:clr>
            <a:srgbClr val="A2B7E6"/>
          </p15:clr>
        </p15:guide>
        <p15:guide id="26" pos="7007" userDrawn="1">
          <p15:clr>
            <a:srgbClr val="A2B7E6"/>
          </p15:clr>
        </p15:guide>
        <p15:guide id="27" pos="7295" userDrawn="1">
          <p15:clr>
            <a:srgbClr val="A2B7E6"/>
          </p15:clr>
        </p15:guide>
        <p15:guide id="28" orient="horz" userDrawn="1">
          <p15:clr>
            <a:srgbClr val="A2B7E6"/>
          </p15:clr>
        </p15:guide>
        <p15:guide id="29" orient="horz" pos="4320" userDrawn="1">
          <p15:clr>
            <a:srgbClr val="A2B7E6"/>
          </p15:clr>
        </p15:guide>
        <p15:guide id="30" orient="horz" pos="426" userDrawn="1">
          <p15:clr>
            <a:srgbClr val="A2B7E6"/>
          </p15:clr>
        </p15:guide>
        <p15:guide id="31" orient="horz" pos="1004" userDrawn="1">
          <p15:clr>
            <a:srgbClr val="A2B7E6"/>
          </p15:clr>
        </p15:guide>
        <p15:guide id="32" orient="horz" pos="1582" userDrawn="1">
          <p15:clr>
            <a:srgbClr val="A2B7E6"/>
          </p15:clr>
        </p15:guide>
        <p15:guide id="33" orient="horz" pos="2160" userDrawn="1">
          <p15:clr>
            <a:srgbClr val="A2B7E6"/>
          </p15:clr>
        </p15:guide>
        <p15:guide id="34" orient="horz" pos="2737" userDrawn="1">
          <p15:clr>
            <a:srgbClr val="A2B7E6"/>
          </p15:clr>
        </p15:guide>
        <p15:guide id="35" orient="horz" pos="3315" userDrawn="1">
          <p15:clr>
            <a:srgbClr val="A2B7E6"/>
          </p15:clr>
        </p15:guide>
        <p15:guide id="36" orient="horz" pos="3893" userDrawn="1">
          <p15:clr>
            <a:srgbClr val="A2B7E6"/>
          </p15:clr>
        </p15:guide>
        <p15:guide id="37"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4637" y="1280160"/>
            <a:ext cx="7032109" cy="1963721"/>
          </a:xfrm>
        </p:spPr>
        <p:txBody>
          <a:bodyPr/>
          <a:lstStyle/>
          <a:p>
            <a:pPr>
              <a:lnSpc>
                <a:spcPct val="100000"/>
              </a:lnSpc>
            </a:pPr>
            <a:r>
              <a:rPr lang="en-US" sz="3200" dirty="0">
                <a:latin typeface="Rockwell"/>
              </a:rPr>
              <a:t>Group Discussion Assignment 4 </a:t>
            </a:r>
            <a:r>
              <a:rPr lang="en-US" sz="3200">
                <a:latin typeface="Rockwell"/>
              </a:rPr>
              <a:t>Team 1</a:t>
            </a:r>
            <a:br>
              <a:rPr lang="en-US" sz="3200" dirty="0"/>
            </a:br>
            <a:r>
              <a:rPr lang="en-US" sz="3200" dirty="0">
                <a:latin typeface="Rockwell"/>
              </a:rPr>
              <a:t>Language Detection using RNNs</a:t>
            </a:r>
            <a:endParaRPr sz="3200" dirty="0">
              <a:latin typeface="Rockwell"/>
              <a:cs typeface="Times New Roman" panose="02020603050405020304" pitchFamily="18" charset="0"/>
            </a:endParaRPr>
          </a:p>
        </p:txBody>
      </p:sp>
      <p:sp>
        <p:nvSpPr>
          <p:cNvPr id="3" name="Subtitle 2"/>
          <p:cNvSpPr>
            <a:spLocks noGrp="1"/>
          </p:cNvSpPr>
          <p:nvPr>
            <p:ph type="subTitle" idx="1"/>
          </p:nvPr>
        </p:nvSpPr>
        <p:spPr>
          <a:xfrm>
            <a:off x="5393094" y="3750906"/>
            <a:ext cx="2383214" cy="1826934"/>
          </a:xfrm>
        </p:spPr>
        <p:txBody>
          <a:bodyPr vert="horz" lIns="91440" tIns="45720" rIns="91440" bIns="45720" rtlCol="0" anchor="t">
            <a:normAutofit/>
          </a:bodyPr>
          <a:lstStyle/>
          <a:p>
            <a:r>
              <a:rPr lang="en-US" dirty="0">
                <a:cs typeface="Times New Roman"/>
              </a:rPr>
              <a:t>Assia </a:t>
            </a:r>
            <a:r>
              <a:rPr lang="en-US" dirty="0" err="1">
                <a:cs typeface="Times New Roman"/>
              </a:rPr>
              <a:t>Bensafia</a:t>
            </a:r>
            <a:br>
              <a:rPr lang="en-US" dirty="0"/>
            </a:br>
            <a:r>
              <a:rPr lang="en-US" dirty="0"/>
              <a:t>Christian Clarke</a:t>
            </a:r>
            <a:br>
              <a:rPr lang="en-US" dirty="0"/>
            </a:br>
            <a:r>
              <a:rPr lang="en-US" dirty="0"/>
              <a:t>Darren </a:t>
            </a:r>
            <a:r>
              <a:rPr lang="en-US" dirty="0" err="1"/>
              <a:t>Greway</a:t>
            </a:r>
            <a:br>
              <a:rPr lang="en-US" dirty="0"/>
            </a:br>
            <a:r>
              <a:rPr lang="en-US" dirty="0"/>
              <a:t>Zheng Tang</a:t>
            </a:r>
          </a:p>
          <a:p>
            <a:endParaRPr lang="en-US"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11B65318-F22F-5BC9-EA14-BF1DC6A9B418}"/>
              </a:ext>
            </a:extLst>
          </p:cNvPr>
          <p:cNvSpPr txBox="1">
            <a:spLocks/>
          </p:cNvSpPr>
          <p:nvPr/>
        </p:nvSpPr>
        <p:spPr>
          <a:xfrm>
            <a:off x="8707794" y="3750906"/>
            <a:ext cx="3005514" cy="1826934"/>
          </a:xfrm>
          <a:prstGeom prst="rect">
            <a:avLst/>
          </a:prstGeom>
          <a:noFill/>
        </p:spPr>
        <p:txBody>
          <a:bodyPr vert="horz" lIns="91440" tIns="45720" rIns="91440" bIns="45720" rtlCol="0" anchor="t">
            <a:normAutofit/>
          </a:bodyPr>
          <a:lstStyle>
            <a:lvl1pPr marL="0" indent="0" algn="l" defTabSz="914400" rtl="0" eaLnBrk="1" latinLnBrk="0" hangingPunct="1">
              <a:lnSpc>
                <a:spcPct val="90000"/>
              </a:lnSpc>
              <a:spcBef>
                <a:spcPts val="2000"/>
              </a:spcBef>
              <a:buClr>
                <a:schemeClr val="tx2"/>
              </a:buClr>
              <a:buFont typeface="Wingdings" pitchFamily="2" charset="2"/>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800"/>
              </a:spcBef>
              <a:buClr>
                <a:schemeClr val="tx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1100"/>
              </a:spcBef>
              <a:buClr>
                <a:schemeClr val="tx2"/>
              </a:buClr>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800"/>
              </a:spcBef>
              <a:buClr>
                <a:schemeClr val="tx2"/>
              </a:buClr>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800"/>
              </a:spcBef>
              <a:buClr>
                <a:schemeClr val="tx2"/>
              </a:buClr>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200"/>
              </a:spcBef>
            </a:pPr>
            <a:r>
              <a:rPr lang="en-US" i="1">
                <a:cs typeface="Times New Roman"/>
              </a:rPr>
              <a:t>AI-574</a:t>
            </a:r>
          </a:p>
          <a:p>
            <a:pPr>
              <a:lnSpc>
                <a:spcPct val="100000"/>
              </a:lnSpc>
              <a:spcBef>
                <a:spcPts val="200"/>
              </a:spcBef>
            </a:pPr>
            <a:r>
              <a:rPr lang="en-US" i="1" dirty="0">
                <a:cs typeface="Times New Roman"/>
              </a:rPr>
              <a:t>Spring II </a:t>
            </a:r>
            <a:r>
              <a:rPr lang="en-US" i="1">
                <a:cs typeface="Times New Roman"/>
              </a:rPr>
              <a:t>2026</a:t>
            </a:r>
          </a:p>
          <a:p>
            <a:pPr>
              <a:lnSpc>
                <a:spcPct val="100000"/>
              </a:lnSpc>
              <a:spcBef>
                <a:spcPts val="200"/>
              </a:spcBef>
            </a:pPr>
            <a:r>
              <a:rPr lang="en-US" i="1" dirty="0">
                <a:cs typeface="Times New Roman"/>
              </a:rPr>
              <a:t>Professor </a:t>
            </a:r>
            <a:r>
              <a:rPr lang="en-US" i="1">
                <a:cs typeface="Times New Roman"/>
              </a:rPr>
              <a:t>Srinivasan</a:t>
            </a:r>
            <a:endParaRPr lang="en-US" i="1"/>
          </a:p>
          <a:p>
            <a:endParaRPr lang="en-US" i="1" dirty="0">
              <a:latin typeface="Times New Roman" panose="02020603050405020304" pitchFamily="18" charset="0"/>
              <a:cs typeface="Times New Roman" panose="02020603050405020304" pitchFamily="18" charset="0"/>
            </a:endParaRPr>
          </a:p>
          <a:p>
            <a:endParaRPr lang="en-US"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2AD68-E639-F972-6258-0D3520B5E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57324-4C5F-DA16-36FD-77F0BCAE95F9}"/>
              </a:ext>
            </a:extLst>
          </p:cNvPr>
          <p:cNvSpPr>
            <a:spLocks noGrp="1"/>
          </p:cNvSpPr>
          <p:nvPr>
            <p:ph type="title"/>
          </p:nvPr>
        </p:nvSpPr>
        <p:spPr>
          <a:xfrm>
            <a:off x="609600" y="457200"/>
            <a:ext cx="10972800" cy="914400"/>
          </a:xfrm>
        </p:spPr>
        <p:txBody>
          <a:bodyPr/>
          <a:lstStyle/>
          <a:p>
            <a:r>
              <a:rPr lang="en-US" dirty="0"/>
              <a:t>Introduction</a:t>
            </a:r>
          </a:p>
        </p:txBody>
      </p:sp>
      <p:sp>
        <p:nvSpPr>
          <p:cNvPr id="5" name="Slide Number Placeholder 4">
            <a:extLst>
              <a:ext uri="{FF2B5EF4-FFF2-40B4-BE49-F238E27FC236}">
                <a16:creationId xmlns:a16="http://schemas.microsoft.com/office/drawing/2014/main" id="{A26C10A3-A18D-61F9-BFD8-C08CF7DE17F5}"/>
              </a:ext>
            </a:extLst>
          </p:cNvPr>
          <p:cNvSpPr>
            <a:spLocks noGrp="1"/>
          </p:cNvSpPr>
          <p:nvPr>
            <p:ph type="sldNum" sz="quarter" idx="12"/>
          </p:nvPr>
        </p:nvSpPr>
        <p:spPr>
          <a:xfrm>
            <a:off x="11469624" y="5943600"/>
            <a:ext cx="722376" cy="914400"/>
          </a:xfrm>
        </p:spPr>
        <p:txBody>
          <a:bodyPr/>
          <a:lstStyle/>
          <a:p>
            <a:fld id="{3E1D1B55-F3E9-1242-8F18-D40061936871}" type="slidenum">
              <a:rPr lang="en-US" smtClean="0"/>
              <a:pPr/>
              <a:t>2</a:t>
            </a:fld>
            <a:endParaRPr lang="en-US" dirty="0"/>
          </a:p>
        </p:txBody>
      </p:sp>
      <p:sp>
        <p:nvSpPr>
          <p:cNvPr id="6" name="TextBox 5">
            <a:extLst>
              <a:ext uri="{FF2B5EF4-FFF2-40B4-BE49-F238E27FC236}">
                <a16:creationId xmlns:a16="http://schemas.microsoft.com/office/drawing/2014/main" id="{A642930A-CF8E-8415-9097-36EADCD3730D}"/>
              </a:ext>
            </a:extLst>
          </p:cNvPr>
          <p:cNvSpPr txBox="1"/>
          <p:nvPr/>
        </p:nvSpPr>
        <p:spPr>
          <a:xfrm>
            <a:off x="609600" y="1533941"/>
            <a:ext cx="10792408" cy="4247317"/>
          </a:xfrm>
          <a:prstGeom prst="rect">
            <a:avLst/>
          </a:prstGeom>
          <a:noFill/>
        </p:spPr>
        <p:txBody>
          <a:bodyPr wrap="square" lIns="91440" tIns="45720" rIns="91440" bIns="45720" rtlCol="0" anchor="t">
            <a:spAutoFit/>
          </a:bodyPr>
          <a:lstStyle/>
          <a:p>
            <a:pPr algn="just">
              <a:lnSpc>
                <a:spcPct val="150000"/>
              </a:lnSpc>
            </a:pPr>
            <a:r>
              <a:rPr lang="en-US" dirty="0">
                <a:latin typeface="Times New Roman" panose="02020603050405020304" pitchFamily="18" charset="0"/>
                <a:cs typeface="Times New Roman" panose="02020603050405020304" pitchFamily="18" charset="0"/>
              </a:rPr>
              <a:t>Language detection is an important task in natural language processing (NLP). It means automatically figuring out which language a piece of text is written in. This is useful in many everyday applications like search engines, translation tools, chatbots, and content filtering.</a:t>
            </a:r>
          </a:p>
          <a:p>
            <a:pPr algn="just">
              <a:lnSpc>
                <a:spcPct val="150000"/>
              </a:lnSpc>
            </a:pPr>
            <a:r>
              <a:rPr lang="en-US" dirty="0">
                <a:latin typeface="Times New Roman" panose="02020603050405020304" pitchFamily="18" charset="0"/>
                <a:cs typeface="Times New Roman" panose="02020603050405020304" pitchFamily="18" charset="0"/>
              </a:rPr>
              <a:t>In this discussion, we treat language detection as a classification problem, where each sentence is assigned to one language. Instead of focusing on words, we use a character-level Recurrent Neural Network (RNN). This allows the model to learn patterns like letter combinations, accents, and writing styles that are unique to each language.</a:t>
            </a:r>
          </a:p>
          <a:p>
            <a:pPr algn="just">
              <a:lnSpc>
                <a:spcPct val="150000"/>
              </a:lnSpc>
            </a:pPr>
            <a:r>
              <a:rPr lang="en-US" dirty="0">
                <a:latin typeface="Times New Roman"/>
                <a:cs typeface="Times New Roman"/>
              </a:rPr>
              <a:t>We use the </a:t>
            </a:r>
            <a:r>
              <a:rPr lang="en-US" dirty="0" err="1">
                <a:latin typeface="Times New Roman"/>
                <a:cs typeface="Times New Roman"/>
              </a:rPr>
              <a:t>Tatoeba</a:t>
            </a:r>
            <a:r>
              <a:rPr lang="en-US" dirty="0">
                <a:latin typeface="Times New Roman"/>
                <a:cs typeface="Times New Roman"/>
              </a:rPr>
              <a:t> dataset, which includes sentences in many different languages, to train and test our model. The </a:t>
            </a:r>
            <a:r>
              <a:rPr lang="en-US">
                <a:latin typeface="Times New Roman"/>
                <a:cs typeface="Times New Roman"/>
              </a:rPr>
              <a:t>goal is to build a system that can accurately recognize and distinguish between 10 common languages.</a:t>
            </a:r>
          </a:p>
          <a:p>
            <a:pPr algn="just"/>
            <a:endParaRPr lang="en-US" dirty="0"/>
          </a:p>
          <a:p>
            <a:endParaRPr lang="en-US" dirty="0"/>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818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22685-038A-1C15-46D2-52AEBF62F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9985B-BC7B-278D-0701-98A4E4BC6E63}"/>
              </a:ext>
            </a:extLst>
          </p:cNvPr>
          <p:cNvSpPr>
            <a:spLocks noGrp="1"/>
          </p:cNvSpPr>
          <p:nvPr>
            <p:ph type="title"/>
          </p:nvPr>
        </p:nvSpPr>
        <p:spPr>
          <a:xfrm>
            <a:off x="609600" y="457200"/>
            <a:ext cx="10972800" cy="914400"/>
          </a:xfrm>
        </p:spPr>
        <p:txBody>
          <a:bodyPr/>
          <a:lstStyle/>
          <a:p>
            <a:r>
              <a:rPr lang="en-US" dirty="0"/>
              <a:t>Objectives </a:t>
            </a:r>
          </a:p>
        </p:txBody>
      </p:sp>
      <p:sp>
        <p:nvSpPr>
          <p:cNvPr id="5" name="Slide Number Placeholder 4">
            <a:extLst>
              <a:ext uri="{FF2B5EF4-FFF2-40B4-BE49-F238E27FC236}">
                <a16:creationId xmlns:a16="http://schemas.microsoft.com/office/drawing/2014/main" id="{A19496C4-DEA0-4EAB-D816-D2D3CC975415}"/>
              </a:ext>
            </a:extLst>
          </p:cNvPr>
          <p:cNvSpPr>
            <a:spLocks noGrp="1"/>
          </p:cNvSpPr>
          <p:nvPr>
            <p:ph type="sldNum" sz="quarter" idx="12"/>
          </p:nvPr>
        </p:nvSpPr>
        <p:spPr>
          <a:xfrm>
            <a:off x="11469624" y="5943600"/>
            <a:ext cx="722376" cy="914400"/>
          </a:xfrm>
        </p:spPr>
        <p:txBody>
          <a:bodyPr/>
          <a:lstStyle/>
          <a:p>
            <a:fld id="{3E1D1B55-F3E9-1242-8F18-D40061936871}" type="slidenum">
              <a:rPr lang="en-US" smtClean="0"/>
              <a:pPr/>
              <a:t>3</a:t>
            </a:fld>
            <a:endParaRPr lang="en-US" dirty="0"/>
          </a:p>
        </p:txBody>
      </p:sp>
      <p:sp>
        <p:nvSpPr>
          <p:cNvPr id="6" name="TextBox 5">
            <a:extLst>
              <a:ext uri="{FF2B5EF4-FFF2-40B4-BE49-F238E27FC236}">
                <a16:creationId xmlns:a16="http://schemas.microsoft.com/office/drawing/2014/main" id="{EC0EB47D-59FF-169B-C483-92BBCE978424}"/>
              </a:ext>
            </a:extLst>
          </p:cNvPr>
          <p:cNvSpPr txBox="1"/>
          <p:nvPr/>
        </p:nvSpPr>
        <p:spPr>
          <a:xfrm>
            <a:off x="609600" y="1371600"/>
            <a:ext cx="10792408" cy="3231654"/>
          </a:xfrm>
          <a:prstGeom prst="rect">
            <a:avLst/>
          </a:prstGeom>
          <a:noFill/>
        </p:spPr>
        <p:txBody>
          <a:bodyPr wrap="square" lIns="91440" tIns="45720" rIns="91440" bIns="45720" rtlCol="0" anchor="t">
            <a:spAutoFit/>
          </a:bodyPr>
          <a:lstStyle/>
          <a:p>
            <a:pPr lvl="0" algn="just"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marL="342900" lvl="0" indent="-342900" algn="just" eaLnBrk="0" fontAlgn="base" hangingPunct="0">
              <a:lnSpc>
                <a:spcPct val="15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Build a model to classify sentences into 10 languages </a:t>
            </a:r>
          </a:p>
          <a:p>
            <a:pPr marL="342900" lvl="0" indent="-342900" algn="just" eaLnBrk="0" fontAlgn="base" hangingPunct="0">
              <a:lnSpc>
                <a:spcPct val="15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Represent text as character sequences </a:t>
            </a:r>
          </a:p>
          <a:p>
            <a:pPr marL="342900" lvl="0" indent="-342900" algn="just" eaLnBrk="0" fontAlgn="base" hangingPunct="0">
              <a:lnSpc>
                <a:spcPct val="150000"/>
              </a:lnSpc>
              <a:spcBef>
                <a:spcPct val="0"/>
              </a:spcBef>
              <a:spcAft>
                <a:spcPct val="0"/>
              </a:spcAft>
              <a:buFont typeface="Wingdings" panose="05000000000000000000" pitchFamily="2" charset="2"/>
              <a:buChar char="§"/>
            </a:pPr>
            <a:r>
              <a:rPr lang="en-US" altLang="en-US" sz="2000">
                <a:latin typeface="Times New Roman"/>
                <a:cs typeface="Times New Roman"/>
              </a:rPr>
              <a:t>Design and implement an RNN-based architecture </a:t>
            </a:r>
          </a:p>
          <a:p>
            <a:pPr marL="342900" lvl="0" indent="-342900" algn="just" eaLnBrk="0" fontAlgn="base" hangingPunct="0">
              <a:lnSpc>
                <a:spcPct val="15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Train and evaluate the model using the </a:t>
            </a:r>
            <a:r>
              <a:rPr lang="en-US" altLang="en-US" sz="2000" dirty="0" err="1">
                <a:latin typeface="Times New Roman" panose="02020603050405020304" pitchFamily="18" charset="0"/>
                <a:cs typeface="Times New Roman" panose="02020603050405020304" pitchFamily="18" charset="0"/>
              </a:rPr>
              <a:t>Tatoeba</a:t>
            </a:r>
            <a:r>
              <a:rPr lang="en-US" altLang="en-US" sz="2000" dirty="0">
                <a:latin typeface="Times New Roman" panose="02020603050405020304" pitchFamily="18" charset="0"/>
                <a:cs typeface="Times New Roman" panose="02020603050405020304" pitchFamily="18" charset="0"/>
              </a:rPr>
              <a:t> dataset </a:t>
            </a:r>
          </a:p>
          <a:p>
            <a:pPr marL="342900" lvl="0" indent="-342900" algn="just" eaLnBrk="0" fontAlgn="base" hangingPunct="0">
              <a:lnSpc>
                <a:spcPct val="15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Measure performance using accuracy and confusion matrix </a:t>
            </a:r>
          </a:p>
          <a:p>
            <a:endParaRPr lang="en-US" dirty="0"/>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645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68E80-5475-4FB6-FF71-DB4D4576F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71DF8-57AA-D312-7406-2A16913339E6}"/>
              </a:ext>
            </a:extLst>
          </p:cNvPr>
          <p:cNvSpPr>
            <a:spLocks noGrp="1"/>
          </p:cNvSpPr>
          <p:nvPr>
            <p:ph type="title"/>
          </p:nvPr>
        </p:nvSpPr>
        <p:spPr>
          <a:xfrm>
            <a:off x="609600" y="457200"/>
            <a:ext cx="10972800" cy="914400"/>
          </a:xfrm>
        </p:spPr>
        <p:txBody>
          <a:bodyPr/>
          <a:lstStyle/>
          <a:p>
            <a:r>
              <a:rPr lang="en-US" dirty="0"/>
              <a:t>Data Source  </a:t>
            </a:r>
          </a:p>
        </p:txBody>
      </p:sp>
      <p:sp>
        <p:nvSpPr>
          <p:cNvPr id="5" name="Slide Number Placeholder 4">
            <a:extLst>
              <a:ext uri="{FF2B5EF4-FFF2-40B4-BE49-F238E27FC236}">
                <a16:creationId xmlns:a16="http://schemas.microsoft.com/office/drawing/2014/main" id="{7B34D2ED-90CB-F808-8F8E-CC49AA4B61F9}"/>
              </a:ext>
            </a:extLst>
          </p:cNvPr>
          <p:cNvSpPr>
            <a:spLocks noGrp="1"/>
          </p:cNvSpPr>
          <p:nvPr>
            <p:ph type="sldNum" sz="quarter" idx="12"/>
          </p:nvPr>
        </p:nvSpPr>
        <p:spPr>
          <a:xfrm>
            <a:off x="11469624" y="5943600"/>
            <a:ext cx="722376" cy="914400"/>
          </a:xfrm>
        </p:spPr>
        <p:txBody>
          <a:bodyPr/>
          <a:lstStyle/>
          <a:p>
            <a:fld id="{3E1D1B55-F3E9-1242-8F18-D40061936871}" type="slidenum">
              <a:rPr lang="en-US" smtClean="0"/>
              <a:pPr/>
              <a:t>4</a:t>
            </a:fld>
            <a:endParaRPr lang="en-US" dirty="0"/>
          </a:p>
        </p:txBody>
      </p:sp>
      <p:sp>
        <p:nvSpPr>
          <p:cNvPr id="12" name="TextBox 11">
            <a:extLst>
              <a:ext uri="{FF2B5EF4-FFF2-40B4-BE49-F238E27FC236}">
                <a16:creationId xmlns:a16="http://schemas.microsoft.com/office/drawing/2014/main" id="{5003C3DF-91D8-3D34-5F5B-E019C03ED217}"/>
              </a:ext>
            </a:extLst>
          </p:cNvPr>
          <p:cNvSpPr txBox="1"/>
          <p:nvPr/>
        </p:nvSpPr>
        <p:spPr>
          <a:xfrm>
            <a:off x="609600" y="1371600"/>
            <a:ext cx="10524929" cy="4493538"/>
          </a:xfrm>
          <a:prstGeom prst="rect">
            <a:avLst/>
          </a:prstGeom>
          <a:noFill/>
        </p:spPr>
        <p:txBody>
          <a:bodyPr wrap="square" rtlCol="0">
            <a:spAutoFit/>
          </a:bodyPr>
          <a:lstStyle/>
          <a:p>
            <a:pPr algn="just"/>
            <a:endParaRPr lang="en-US" b="1" dirty="0">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Dataset Name: </a:t>
            </a:r>
            <a:r>
              <a:rPr lang="en-US" altLang="en-US" dirty="0" err="1">
                <a:latin typeface="Times New Roman" panose="02020603050405020304" pitchFamily="18" charset="0"/>
                <a:cs typeface="Times New Roman" panose="02020603050405020304" pitchFamily="18" charset="0"/>
              </a:rPr>
              <a:t>Tatoeba</a:t>
            </a:r>
            <a:r>
              <a:rPr lang="en-US" altLang="en-US" dirty="0">
                <a:latin typeface="Times New Roman" panose="02020603050405020304" pitchFamily="18" charset="0"/>
                <a:cs typeface="Times New Roman" panose="02020603050405020304" pitchFamily="18" charset="0"/>
              </a:rPr>
              <a:t> Project Dataset </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Source: Community-contributed multilingual sentence collection </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Languages Used: Top 10 most common languages (e.g., English, French, German, etc.) </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Dataset Size: </a:t>
            </a:r>
          </a:p>
          <a:p>
            <a:pPr marL="1200150" lvl="2" indent="-285750" algn="just" eaLnBrk="0" fontAlgn="base" hangingPunct="0">
              <a:spcBef>
                <a:spcPct val="0"/>
              </a:spcBef>
              <a:spcAft>
                <a:spcPct val="0"/>
              </a:spcAft>
              <a:buFont typeface="Courier New" panose="02070309020205020404" pitchFamily="49" charset="0"/>
              <a:buChar char="o"/>
            </a:pPr>
            <a:r>
              <a:rPr lang="en-US" altLang="en-US" dirty="0">
                <a:latin typeface="Times New Roman" panose="02020603050405020304" pitchFamily="18" charset="0"/>
                <a:cs typeface="Times New Roman" panose="02020603050405020304" pitchFamily="18" charset="0"/>
              </a:rPr>
              <a:t>Training Set: 10,000 sentences </a:t>
            </a:r>
          </a:p>
          <a:p>
            <a:pPr marL="1200150" lvl="2" indent="-285750" algn="just" eaLnBrk="0" fontAlgn="base" hangingPunct="0">
              <a:spcBef>
                <a:spcPct val="0"/>
              </a:spcBef>
              <a:spcAft>
                <a:spcPct val="0"/>
              </a:spcAft>
              <a:buFont typeface="Courier New" panose="02070309020205020404" pitchFamily="49" charset="0"/>
              <a:buChar char="o"/>
            </a:pPr>
            <a:r>
              <a:rPr lang="en-US" altLang="en-US" dirty="0">
                <a:latin typeface="Times New Roman" panose="02020603050405020304" pitchFamily="18" charset="0"/>
                <a:cs typeface="Times New Roman" panose="02020603050405020304" pitchFamily="18" charset="0"/>
              </a:rPr>
              <a:t>Validation Set: 10,000 sentences </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Data Format: </a:t>
            </a:r>
          </a:p>
          <a:p>
            <a:pPr marL="1200150" lvl="2" indent="-285750" algn="just" eaLnBrk="0" fontAlgn="base" hangingPunct="0">
              <a:spcBef>
                <a:spcPct val="0"/>
              </a:spcBef>
              <a:spcAft>
                <a:spcPct val="0"/>
              </a:spcAft>
              <a:buFont typeface="Courier New" panose="02070309020205020404" pitchFamily="49" charset="0"/>
              <a:buChar char="o"/>
            </a:pPr>
            <a:r>
              <a:rPr lang="en-US" altLang="en-US" dirty="0">
                <a:latin typeface="Times New Roman" panose="02020603050405020304" pitchFamily="18" charset="0"/>
                <a:cs typeface="Times New Roman" panose="02020603050405020304" pitchFamily="18" charset="0"/>
              </a:rPr>
              <a:t>Column 1: Language Code (e.g., </a:t>
            </a:r>
            <a:r>
              <a:rPr lang="en-US" altLang="en-US" i="1" dirty="0" err="1">
                <a:latin typeface="Times New Roman" panose="02020603050405020304" pitchFamily="18" charset="0"/>
                <a:cs typeface="Times New Roman" panose="02020603050405020304" pitchFamily="18" charset="0"/>
              </a:rPr>
              <a:t>eng</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fra</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deu</a:t>
            </a:r>
            <a:r>
              <a:rPr lang="en-US" altLang="en-US" dirty="0">
                <a:latin typeface="Times New Roman" panose="02020603050405020304" pitchFamily="18" charset="0"/>
                <a:cs typeface="Times New Roman" panose="02020603050405020304" pitchFamily="18" charset="0"/>
              </a:rPr>
              <a:t>) </a:t>
            </a:r>
          </a:p>
          <a:p>
            <a:pPr marL="1200150" lvl="2" indent="-285750" algn="just" eaLnBrk="0" fontAlgn="base" hangingPunct="0">
              <a:spcBef>
                <a:spcPct val="0"/>
              </a:spcBef>
              <a:spcAft>
                <a:spcPct val="0"/>
              </a:spcAft>
              <a:buFont typeface="Courier New" panose="02070309020205020404" pitchFamily="49" charset="0"/>
              <a:buChar char="o"/>
            </a:pPr>
            <a:r>
              <a:rPr lang="en-US" altLang="en-US" dirty="0">
                <a:latin typeface="Times New Roman" panose="02020603050405020304" pitchFamily="18" charset="0"/>
                <a:cs typeface="Times New Roman" panose="02020603050405020304" pitchFamily="18" charset="0"/>
              </a:rPr>
              <a:t>Column 2: Sentence Text </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Preprocessing Steps: </a:t>
            </a:r>
          </a:p>
          <a:p>
            <a:pPr marL="1200150" lvl="2" indent="-285750" algn="just" eaLnBrk="0" fontAlgn="base" hangingPunct="0">
              <a:spcBef>
                <a:spcPct val="0"/>
              </a:spcBef>
              <a:spcAft>
                <a:spcPct val="0"/>
              </a:spcAft>
              <a:buFont typeface="Courier New" panose="02070309020205020404" pitchFamily="49" charset="0"/>
              <a:buChar char="o"/>
            </a:pPr>
            <a:r>
              <a:rPr lang="en-US" altLang="en-US" dirty="0">
                <a:latin typeface="Times New Roman" panose="02020603050405020304" pitchFamily="18" charset="0"/>
                <a:cs typeface="Times New Roman" panose="02020603050405020304" pitchFamily="18" charset="0"/>
              </a:rPr>
              <a:t>Text cleaning and normalization </a:t>
            </a:r>
          </a:p>
          <a:p>
            <a:pPr marL="1200150" lvl="2" indent="-285750" algn="just" eaLnBrk="0" fontAlgn="base" hangingPunct="0">
              <a:spcBef>
                <a:spcPct val="0"/>
              </a:spcBef>
              <a:spcAft>
                <a:spcPct val="0"/>
              </a:spcAft>
              <a:buFont typeface="Courier New" panose="02070309020205020404" pitchFamily="49" charset="0"/>
              <a:buChar char="o"/>
            </a:pPr>
            <a:r>
              <a:rPr lang="en-US" altLang="en-US" dirty="0">
                <a:latin typeface="Times New Roman" panose="02020603050405020304" pitchFamily="18" charset="0"/>
                <a:cs typeface="Times New Roman" panose="02020603050405020304" pitchFamily="18" charset="0"/>
              </a:rPr>
              <a:t>Conversion to character-level sequences </a:t>
            </a:r>
          </a:p>
          <a:p>
            <a:pPr marL="1200150" lvl="2" indent="-285750" algn="just" eaLnBrk="0" fontAlgn="base" hangingPunct="0">
              <a:spcBef>
                <a:spcPct val="0"/>
              </a:spcBef>
              <a:spcAft>
                <a:spcPct val="0"/>
              </a:spcAft>
              <a:buFont typeface="Courier New" panose="02070309020205020404" pitchFamily="49" charset="0"/>
              <a:buChar char="o"/>
            </a:pPr>
            <a:r>
              <a:rPr lang="en-US" altLang="en-US" dirty="0">
                <a:latin typeface="Times New Roman" panose="02020603050405020304" pitchFamily="18" charset="0"/>
                <a:cs typeface="Times New Roman" panose="02020603050405020304" pitchFamily="18" charset="0"/>
              </a:rPr>
              <a:t>Padding sequences for batch processing</a:t>
            </a:r>
          </a:p>
          <a:p>
            <a:pPr lvl="0" eaLnBrk="0" fontAlgn="base" hangingPunct="0">
              <a:spcBef>
                <a:spcPct val="0"/>
              </a:spcBef>
              <a:spcAft>
                <a:spcPct val="0"/>
              </a:spcAft>
            </a:pPr>
            <a:endParaRPr lang="en-US" altLang="en-US" dirty="0">
              <a:latin typeface="Arial" panose="020B0604020202020204" pitchFamily="34" charset="0"/>
            </a:endParaRPr>
          </a:p>
          <a:p>
            <a:endParaRPr lang="en-US" dirty="0"/>
          </a:p>
        </p:txBody>
      </p:sp>
    </p:spTree>
    <p:extLst>
      <p:ext uri="{BB962C8B-B14F-4D97-AF65-F5344CB8AC3E}">
        <p14:creationId xmlns:p14="http://schemas.microsoft.com/office/powerpoint/2010/main" val="207864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43E86-2224-31FE-BF4E-43320C7C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1FC3F6-15D8-996C-CA70-A2392160B107}"/>
              </a:ext>
            </a:extLst>
          </p:cNvPr>
          <p:cNvSpPr>
            <a:spLocks noGrp="1"/>
          </p:cNvSpPr>
          <p:nvPr>
            <p:ph type="title"/>
          </p:nvPr>
        </p:nvSpPr>
        <p:spPr>
          <a:xfrm>
            <a:off x="609600" y="457200"/>
            <a:ext cx="10972800" cy="914400"/>
          </a:xfrm>
        </p:spPr>
        <p:txBody>
          <a:bodyPr/>
          <a:lstStyle/>
          <a:p>
            <a:r>
              <a:rPr lang="en-US"/>
              <a:t>Approach</a:t>
            </a:r>
            <a:endParaRPr lang="en-US" dirty="0"/>
          </a:p>
        </p:txBody>
      </p:sp>
      <p:sp>
        <p:nvSpPr>
          <p:cNvPr id="5" name="Slide Number Placeholder 4">
            <a:extLst>
              <a:ext uri="{FF2B5EF4-FFF2-40B4-BE49-F238E27FC236}">
                <a16:creationId xmlns:a16="http://schemas.microsoft.com/office/drawing/2014/main" id="{D71E6CD0-06DD-0A44-ED3F-A102A4EE19E7}"/>
              </a:ext>
            </a:extLst>
          </p:cNvPr>
          <p:cNvSpPr>
            <a:spLocks noGrp="1"/>
          </p:cNvSpPr>
          <p:nvPr>
            <p:ph type="sldNum" sz="quarter" idx="12"/>
          </p:nvPr>
        </p:nvSpPr>
        <p:spPr>
          <a:xfrm>
            <a:off x="11469624" y="5943600"/>
            <a:ext cx="722376" cy="914400"/>
          </a:xfrm>
        </p:spPr>
        <p:txBody>
          <a:bodyPr/>
          <a:lstStyle/>
          <a:p>
            <a:fld id="{3E1D1B55-F3E9-1242-8F18-D40061936871}" type="slidenum">
              <a:rPr lang="en-US" smtClean="0"/>
              <a:pPr/>
              <a:t>5</a:t>
            </a:fld>
            <a:endParaRPr lang="en-US" dirty="0"/>
          </a:p>
        </p:txBody>
      </p:sp>
      <p:sp>
        <p:nvSpPr>
          <p:cNvPr id="12" name="TextBox 11">
            <a:extLst>
              <a:ext uri="{FF2B5EF4-FFF2-40B4-BE49-F238E27FC236}">
                <a16:creationId xmlns:a16="http://schemas.microsoft.com/office/drawing/2014/main" id="{A6D5C853-4E65-52BC-982B-AB926367B037}"/>
              </a:ext>
            </a:extLst>
          </p:cNvPr>
          <p:cNvSpPr txBox="1"/>
          <p:nvPr/>
        </p:nvSpPr>
        <p:spPr>
          <a:xfrm>
            <a:off x="609600" y="1371600"/>
            <a:ext cx="10524929" cy="4939814"/>
          </a:xfrm>
          <a:prstGeom prst="rect">
            <a:avLst/>
          </a:prstGeom>
          <a:noFill/>
        </p:spPr>
        <p:txBody>
          <a:bodyPr wrap="square" lIns="91440" tIns="45720" rIns="91440" bIns="45720" rtlCol="0" anchor="t">
            <a:spAutoFit/>
          </a:bodyPr>
          <a:lstStyle/>
          <a:p>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a:cs typeface="Times New Roman"/>
              </a:rPr>
              <a:t>We use a character-level approach to model text for language detection. Instead of relying on words, the model learns patterns directly from sequences of characters, which helps capture subtle differences between languages </a:t>
            </a:r>
            <a:r>
              <a:rPr lang="en-US">
                <a:latin typeface="Times New Roman"/>
                <a:cs typeface="Times New Roman"/>
              </a:rPr>
              <a:t>such as accents and spelling variations. These sequences are then processed using an RNN </a:t>
            </a:r>
            <a:r>
              <a:rPr lang="en-US" dirty="0">
                <a:latin typeface="Times New Roman"/>
                <a:cs typeface="Times New Roman"/>
              </a:rPr>
              <a:t>to learn dependencies in the text.</a:t>
            </a:r>
          </a:p>
          <a:p>
            <a:pPr marL="742950" lvl="1"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Character-level representation of text </a:t>
            </a:r>
          </a:p>
          <a:p>
            <a:pPr marL="742950" lvl="1"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Convert sentences → sequences of character IDs </a:t>
            </a:r>
          </a:p>
          <a:p>
            <a:pPr marL="742950" lvl="1"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Apply padding to handle variable-length inputs </a:t>
            </a:r>
          </a:p>
          <a:p>
            <a:pPr marL="742950" lvl="1" indent="-285750" algn="just">
              <a:lnSpc>
                <a:spcPct val="150000"/>
              </a:lnSpc>
              <a:buFont typeface="Wingdings" panose="05000000000000000000" pitchFamily="2" charset="2"/>
              <a:buChar char="Ø"/>
            </a:pPr>
            <a:r>
              <a:rPr lang="en-US">
                <a:latin typeface="Times New Roman"/>
                <a:cs typeface="Times New Roman"/>
              </a:rPr>
              <a:t>Use RNN (GRU) for sequence learning </a:t>
            </a:r>
          </a:p>
          <a:p>
            <a:pPr marL="742950" lvl="1"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Train model using batched data</a:t>
            </a:r>
          </a:p>
          <a:p>
            <a:pPr lvl="0" eaLnBrk="0" fontAlgn="base" hangingPunct="0">
              <a:spcBef>
                <a:spcPct val="0"/>
              </a:spcBef>
              <a:spcAft>
                <a:spcPct val="0"/>
              </a:spcAft>
            </a:pPr>
            <a:endParaRPr lang="en-US" altLang="en-US" dirty="0">
              <a:latin typeface="Arial" panose="020B0604020202020204" pitchFamily="34" charset="0"/>
            </a:endParaRPr>
          </a:p>
          <a:p>
            <a:pPr>
              <a:spcBef>
                <a:spcPct val="0"/>
              </a:spcBef>
              <a:spcAft>
                <a:spcPct val="0"/>
              </a:spcAft>
            </a:pPr>
            <a:endParaRPr lang="en-US" altLang="en-US" dirty="0">
              <a:latin typeface="Arial"/>
              <a:cs typeface="Arial"/>
            </a:endParaRPr>
          </a:p>
          <a:p>
            <a:endParaRPr lang="en-US" dirty="0"/>
          </a:p>
        </p:txBody>
      </p:sp>
      <p:sp>
        <p:nvSpPr>
          <p:cNvPr id="3" name="TextBox 2">
            <a:extLst>
              <a:ext uri="{FF2B5EF4-FFF2-40B4-BE49-F238E27FC236}">
                <a16:creationId xmlns:a16="http://schemas.microsoft.com/office/drawing/2014/main" id="{43E7E154-0E8D-9117-86CC-4FEEACCD4A56}"/>
              </a:ext>
            </a:extLst>
          </p:cNvPr>
          <p:cNvSpPr txBox="1"/>
          <p:nvPr/>
        </p:nvSpPr>
        <p:spPr>
          <a:xfrm>
            <a:off x="7304689" y="3258207"/>
            <a:ext cx="4506310" cy="2553891"/>
          </a:xfrm>
          <a:prstGeom prst="roundRect">
            <a:avLst/>
          </a:prstGeom>
          <a:ln w="57150"/>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latin typeface="Times New Roman"/>
                <a:cs typeface="Times New Roman"/>
              </a:rPr>
              <a:t>Note</a:t>
            </a:r>
            <a:r>
              <a:rPr lang="en-US" dirty="0">
                <a:latin typeface="Times New Roman"/>
                <a:cs typeface="Times New Roman"/>
              </a:rPr>
              <a:t>: Language detection can often be efficiently modeled using classical ML. A simple Logistic Regression, for instance, attains a 99.3% accuracy on this dataset. For this experiment, we are interested in applying a neural network, but it is unlikely to outperform simpler models for this scenario.</a:t>
            </a:r>
          </a:p>
        </p:txBody>
      </p:sp>
    </p:spTree>
    <p:extLst>
      <p:ext uri="{BB962C8B-B14F-4D97-AF65-F5344CB8AC3E}">
        <p14:creationId xmlns:p14="http://schemas.microsoft.com/office/powerpoint/2010/main" val="2207326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0CC9C-C878-7908-8E14-7BA8A5C25D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4BC44-B964-DF8B-59C9-8DD619D1D36C}"/>
              </a:ext>
            </a:extLst>
          </p:cNvPr>
          <p:cNvSpPr>
            <a:spLocks noGrp="1"/>
          </p:cNvSpPr>
          <p:nvPr>
            <p:ph type="title"/>
          </p:nvPr>
        </p:nvSpPr>
        <p:spPr>
          <a:xfrm>
            <a:off x="496824" y="0"/>
            <a:ext cx="10972800" cy="914400"/>
          </a:xfrm>
        </p:spPr>
        <p:txBody>
          <a:bodyPr/>
          <a:lstStyle/>
          <a:p>
            <a:r>
              <a:rPr lang="en-US" dirty="0"/>
              <a:t>Model Architecture</a:t>
            </a:r>
          </a:p>
        </p:txBody>
      </p:sp>
      <p:sp>
        <p:nvSpPr>
          <p:cNvPr id="5" name="Slide Number Placeholder 4">
            <a:extLst>
              <a:ext uri="{FF2B5EF4-FFF2-40B4-BE49-F238E27FC236}">
                <a16:creationId xmlns:a16="http://schemas.microsoft.com/office/drawing/2014/main" id="{3387935F-9471-991C-63D9-257E3BCDF565}"/>
              </a:ext>
            </a:extLst>
          </p:cNvPr>
          <p:cNvSpPr>
            <a:spLocks noGrp="1"/>
          </p:cNvSpPr>
          <p:nvPr>
            <p:ph type="sldNum" sz="quarter" idx="12"/>
          </p:nvPr>
        </p:nvSpPr>
        <p:spPr>
          <a:xfrm>
            <a:off x="11469624" y="5943600"/>
            <a:ext cx="722376" cy="914400"/>
          </a:xfrm>
        </p:spPr>
        <p:txBody>
          <a:bodyPr/>
          <a:lstStyle/>
          <a:p>
            <a:fld id="{3E1D1B55-F3E9-1242-8F18-D40061936871}" type="slidenum">
              <a:rPr lang="en-US" smtClean="0"/>
              <a:pPr/>
              <a:t>6</a:t>
            </a:fld>
            <a:endParaRPr lang="en-US" dirty="0"/>
          </a:p>
        </p:txBody>
      </p:sp>
      <p:graphicFrame>
        <p:nvGraphicFramePr>
          <p:cNvPr id="3" name="Table 2">
            <a:extLst>
              <a:ext uri="{FF2B5EF4-FFF2-40B4-BE49-F238E27FC236}">
                <a16:creationId xmlns:a16="http://schemas.microsoft.com/office/drawing/2014/main" id="{7679F1E8-7F59-36FD-6AA3-A295E69D5EB1}"/>
              </a:ext>
            </a:extLst>
          </p:cNvPr>
          <p:cNvGraphicFramePr>
            <a:graphicFrameLocks noGrp="1"/>
          </p:cNvGraphicFramePr>
          <p:nvPr>
            <p:extLst>
              <p:ext uri="{D42A27DB-BD31-4B8C-83A1-F6EECF244321}">
                <p14:modId xmlns:p14="http://schemas.microsoft.com/office/powerpoint/2010/main" val="1095050290"/>
              </p:ext>
            </p:extLst>
          </p:nvPr>
        </p:nvGraphicFramePr>
        <p:xfrm>
          <a:off x="605683" y="1040274"/>
          <a:ext cx="5377541" cy="4733830"/>
        </p:xfrm>
        <a:graphic>
          <a:graphicData uri="http://schemas.openxmlformats.org/drawingml/2006/table">
            <a:tbl>
              <a:tblPr firstRow="1" bandRow="1">
                <a:tableStyleId>{1E171933-4619-4E11-9A3F-F7608DF75F80}</a:tableStyleId>
              </a:tblPr>
              <a:tblGrid>
                <a:gridCol w="1338280">
                  <a:extLst>
                    <a:ext uri="{9D8B030D-6E8A-4147-A177-3AD203B41FA5}">
                      <a16:colId xmlns:a16="http://schemas.microsoft.com/office/drawing/2014/main" val="1013385362"/>
                    </a:ext>
                  </a:extLst>
                </a:gridCol>
                <a:gridCol w="4039261">
                  <a:extLst>
                    <a:ext uri="{9D8B030D-6E8A-4147-A177-3AD203B41FA5}">
                      <a16:colId xmlns:a16="http://schemas.microsoft.com/office/drawing/2014/main" val="3198682932"/>
                    </a:ext>
                  </a:extLst>
                </a:gridCol>
              </a:tblGrid>
              <a:tr h="518457">
                <a:tc>
                  <a:txBody>
                    <a:bodyPr/>
                    <a:lstStyle/>
                    <a:p>
                      <a:pPr algn="just"/>
                      <a:r>
                        <a:rPr lang="en-US" dirty="0">
                          <a:latin typeface="Times New Roman" panose="02020603050405020304" pitchFamily="18" charset="0"/>
                          <a:cs typeface="Times New Roman" panose="02020603050405020304" pitchFamily="18" charset="0"/>
                        </a:rPr>
                        <a:t>Component</a:t>
                      </a:r>
                    </a:p>
                  </a:txBody>
                  <a:tcPr/>
                </a:tc>
                <a:tc>
                  <a:txBody>
                    <a:bodyPr/>
                    <a:lstStyle/>
                    <a:p>
                      <a:pPr algn="just"/>
                      <a:r>
                        <a:rPr lang="en-US"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391764553"/>
                  </a:ext>
                </a:extLst>
              </a:tr>
              <a:tr h="518457">
                <a:tc>
                  <a:txBody>
                    <a:bodyPr/>
                    <a:lstStyle/>
                    <a:p>
                      <a:pPr algn="just"/>
                      <a:r>
                        <a:rPr lang="en-US" dirty="0">
                          <a:latin typeface="Times New Roman" panose="02020603050405020304" pitchFamily="18" charset="0"/>
                          <a:cs typeface="Times New Roman" panose="02020603050405020304" pitchFamily="18" charset="0"/>
                        </a:rPr>
                        <a:t>Embedding Layer</a:t>
                      </a:r>
                    </a:p>
                  </a:txBody>
                  <a:tcPr/>
                </a:tc>
                <a:tc>
                  <a:txBody>
                    <a:bodyPr/>
                    <a:lstStyle/>
                    <a:p>
                      <a:pPr algn="just"/>
                      <a:r>
                        <a:rPr lang="en-US" dirty="0">
                          <a:latin typeface="Times New Roman" panose="02020603050405020304" pitchFamily="18" charset="0"/>
                          <a:cs typeface="Times New Roman" panose="02020603050405020304" pitchFamily="18" charset="0"/>
                        </a:rPr>
                        <a:t>Converts character IDs into dense vector representations</a:t>
                      </a:r>
                    </a:p>
                  </a:txBody>
                  <a:tcPr/>
                </a:tc>
                <a:extLst>
                  <a:ext uri="{0D108BD9-81ED-4DB2-BD59-A6C34878D82A}">
                    <a16:rowId xmlns:a16="http://schemas.microsoft.com/office/drawing/2014/main" val="2065369345"/>
                  </a:ext>
                </a:extLst>
              </a:tr>
              <a:tr h="518457">
                <a:tc>
                  <a:txBody>
                    <a:bodyPr/>
                    <a:lstStyle/>
                    <a:p>
                      <a:pPr algn="just"/>
                      <a:r>
                        <a:rPr lang="en-US" dirty="0">
                          <a:latin typeface="Times New Roman"/>
                          <a:cs typeface="Times New Roman"/>
                        </a:rPr>
                        <a:t>RNN </a:t>
                      </a:r>
                      <a:r>
                        <a:rPr lang="en-US">
                          <a:latin typeface="Times New Roman"/>
                          <a:cs typeface="Times New Roman"/>
                        </a:rPr>
                        <a:t>(GRU)</a:t>
                      </a:r>
                    </a:p>
                  </a:txBody>
                  <a:tcPr/>
                </a:tc>
                <a:tc>
                  <a:txBody>
                    <a:bodyPr/>
                    <a:lstStyle/>
                    <a:p>
                      <a:pPr algn="just"/>
                      <a:r>
                        <a:rPr lang="en-US" dirty="0">
                          <a:latin typeface="Times New Roman" panose="02020603050405020304" pitchFamily="18" charset="0"/>
                          <a:cs typeface="Times New Roman" panose="02020603050405020304" pitchFamily="18" charset="0"/>
                        </a:rPr>
                        <a:t>Processes sequences and learns language patterns from characters</a:t>
                      </a:r>
                    </a:p>
                  </a:txBody>
                  <a:tcPr/>
                </a:tc>
                <a:extLst>
                  <a:ext uri="{0D108BD9-81ED-4DB2-BD59-A6C34878D82A}">
                    <a16:rowId xmlns:a16="http://schemas.microsoft.com/office/drawing/2014/main" val="2609137849"/>
                  </a:ext>
                </a:extLst>
              </a:tr>
              <a:tr h="740653">
                <a:tc>
                  <a:txBody>
                    <a:bodyPr/>
                    <a:lstStyle/>
                    <a:p>
                      <a:pPr algn="just"/>
                      <a:r>
                        <a:rPr lang="en-US" dirty="0">
                          <a:latin typeface="Times New Roman" panose="02020603050405020304" pitchFamily="18" charset="0"/>
                          <a:cs typeface="Times New Roman" panose="02020603050405020304" pitchFamily="18" charset="0"/>
                        </a:rPr>
                        <a:t>Bidirectional (optional)</a:t>
                      </a:r>
                    </a:p>
                  </a:txBody>
                  <a:tcPr/>
                </a:tc>
                <a:tc>
                  <a:txBody>
                    <a:bodyPr/>
                    <a:lstStyle/>
                    <a:p>
                      <a:pPr algn="just"/>
                      <a:r>
                        <a:rPr lang="en-US" dirty="0">
                          <a:latin typeface="Times New Roman" panose="02020603050405020304" pitchFamily="18" charset="0"/>
                          <a:cs typeface="Times New Roman" panose="02020603050405020304" pitchFamily="18" charset="0"/>
                        </a:rPr>
                        <a:t>Captures context from both forward and backward directions</a:t>
                      </a:r>
                    </a:p>
                  </a:txBody>
                  <a:tcPr/>
                </a:tc>
                <a:extLst>
                  <a:ext uri="{0D108BD9-81ED-4DB2-BD59-A6C34878D82A}">
                    <a16:rowId xmlns:a16="http://schemas.microsoft.com/office/drawing/2014/main" val="3372696755"/>
                  </a:ext>
                </a:extLst>
              </a:tr>
              <a:tr h="518457">
                <a:tc>
                  <a:txBody>
                    <a:bodyPr/>
                    <a:lstStyle/>
                    <a:p>
                      <a:pPr algn="just"/>
                      <a:r>
                        <a:rPr lang="en-US" dirty="0">
                          <a:latin typeface="Times New Roman" panose="02020603050405020304" pitchFamily="18" charset="0"/>
                          <a:cs typeface="Times New Roman" panose="02020603050405020304" pitchFamily="18" charset="0"/>
                        </a:rPr>
                        <a:t>Dropout</a:t>
                      </a:r>
                    </a:p>
                  </a:txBody>
                  <a:tcPr/>
                </a:tc>
                <a:tc>
                  <a:txBody>
                    <a:bodyPr/>
                    <a:lstStyle/>
                    <a:p>
                      <a:pPr algn="just"/>
                      <a:r>
                        <a:rPr lang="en-US" dirty="0">
                          <a:latin typeface="Times New Roman" panose="02020603050405020304" pitchFamily="18" charset="0"/>
                          <a:cs typeface="Times New Roman" panose="02020603050405020304" pitchFamily="18" charset="0"/>
                        </a:rPr>
                        <a:t>Reduces overfitting and improves generalization</a:t>
                      </a:r>
                    </a:p>
                  </a:txBody>
                  <a:tcPr/>
                </a:tc>
                <a:extLst>
                  <a:ext uri="{0D108BD9-81ED-4DB2-BD59-A6C34878D82A}">
                    <a16:rowId xmlns:a16="http://schemas.microsoft.com/office/drawing/2014/main" val="2660642290"/>
                  </a:ext>
                </a:extLst>
              </a:tr>
              <a:tr h="740653">
                <a:tc>
                  <a:txBody>
                    <a:bodyPr/>
                    <a:lstStyle/>
                    <a:p>
                      <a:pPr algn="just"/>
                      <a:r>
                        <a:rPr lang="en-US" dirty="0">
                          <a:latin typeface="Times New Roman" panose="02020603050405020304" pitchFamily="18" charset="0"/>
                          <a:cs typeface="Times New Roman" panose="02020603050405020304" pitchFamily="18" charset="0"/>
                        </a:rPr>
                        <a:t>Fully Connected Layer</a:t>
                      </a:r>
                    </a:p>
                  </a:txBody>
                  <a:tcPr/>
                </a:tc>
                <a:tc>
                  <a:txBody>
                    <a:bodyPr/>
                    <a:lstStyle/>
                    <a:p>
                      <a:pPr algn="just"/>
                      <a:r>
                        <a:rPr lang="en-US" dirty="0">
                          <a:latin typeface="Times New Roman" panose="02020603050405020304" pitchFamily="18" charset="0"/>
                          <a:cs typeface="Times New Roman" panose="02020603050405020304" pitchFamily="18" charset="0"/>
                        </a:rPr>
                        <a:t>Maps learned features to language classes</a:t>
                      </a:r>
                    </a:p>
                  </a:txBody>
                  <a:tcPr/>
                </a:tc>
                <a:extLst>
                  <a:ext uri="{0D108BD9-81ED-4DB2-BD59-A6C34878D82A}">
                    <a16:rowId xmlns:a16="http://schemas.microsoft.com/office/drawing/2014/main" val="2929444883"/>
                  </a:ext>
                </a:extLst>
              </a:tr>
              <a:tr h="518457">
                <a:tc>
                  <a:txBody>
                    <a:bodyPr/>
                    <a:lstStyle/>
                    <a:p>
                      <a:pPr algn="just"/>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 Output</a:t>
                      </a:r>
                    </a:p>
                  </a:txBody>
                  <a:tcPr/>
                </a:tc>
                <a:tc>
                  <a:txBody>
                    <a:bodyPr/>
                    <a:lstStyle/>
                    <a:p>
                      <a:pPr algn="just"/>
                      <a:r>
                        <a:rPr lang="en-US" dirty="0">
                          <a:latin typeface="Times New Roman" panose="02020603050405020304" pitchFamily="18" charset="0"/>
                          <a:cs typeface="Times New Roman" panose="02020603050405020304" pitchFamily="18" charset="0"/>
                        </a:rPr>
                        <a:t>Converts scores into probabilities for final prediction</a:t>
                      </a:r>
                    </a:p>
                  </a:txBody>
                  <a:tcPr/>
                </a:tc>
                <a:extLst>
                  <a:ext uri="{0D108BD9-81ED-4DB2-BD59-A6C34878D82A}">
                    <a16:rowId xmlns:a16="http://schemas.microsoft.com/office/drawing/2014/main" val="3661189255"/>
                  </a:ext>
                </a:extLst>
              </a:tr>
            </a:tbl>
          </a:graphicData>
        </a:graphic>
      </p:graphicFrame>
      <p:sp>
        <p:nvSpPr>
          <p:cNvPr id="4" name="TextBox 3">
            <a:extLst>
              <a:ext uri="{FF2B5EF4-FFF2-40B4-BE49-F238E27FC236}">
                <a16:creationId xmlns:a16="http://schemas.microsoft.com/office/drawing/2014/main" id="{C20143D8-561A-BBC4-C4D9-BC2BFC988B80}"/>
              </a:ext>
            </a:extLst>
          </p:cNvPr>
          <p:cNvSpPr txBox="1"/>
          <p:nvPr/>
        </p:nvSpPr>
        <p:spPr>
          <a:xfrm>
            <a:off x="5983224" y="1068266"/>
            <a:ext cx="596929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Times New Roman" panose="02020603050405020304" pitchFamily="18" charset="0"/>
                <a:cs typeface="Times New Roman" panose="02020603050405020304" pitchFamily="18" charset="0"/>
              </a:rPr>
              <a:t>GRU vs LSTM Justification</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GRU is selected due to its simpler architecture and fewer parameters, resulting in faster training and lower memory usage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dataset contains relatively </a:t>
            </a:r>
            <a:r>
              <a:rPr lang="en-US">
                <a:latin typeface="Times New Roman" panose="02020603050405020304" pitchFamily="18" charset="0"/>
                <a:cs typeface="Times New Roman" panose="02020603050405020304" pitchFamily="18" charset="0"/>
              </a:rPr>
              <a:t>short sequences, </a:t>
            </a:r>
            <a:r>
              <a:rPr lang="en-US" dirty="0">
                <a:latin typeface="Times New Roman" panose="02020603050405020304" pitchFamily="18" charset="0"/>
                <a:cs typeface="Times New Roman" panose="02020603050405020304" pitchFamily="18" charset="0"/>
              </a:rPr>
              <a:t>so long-term dependencies are limited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Character-level language detection relies on local and mid-range patterns, which GRUs capture effectively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GRUs achieve comparable performance to LSTMs for similar sequence classification tasks </a:t>
            </a:r>
          </a:p>
          <a:p>
            <a:r>
              <a:rPr lang="en-US" b="1" dirty="0">
                <a:latin typeface="Times New Roman" panose="02020603050405020304" pitchFamily="18" charset="0"/>
                <a:cs typeface="Times New Roman" panose="02020603050405020304" pitchFamily="18" charset="0"/>
              </a:rPr>
              <a:t>When LSTM would be preferred:</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Very long sequences with complex temporal dependencies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Tasks requiring explicit memory control (forget gate)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Problems needing long-term context retention</a:t>
            </a:r>
          </a:p>
        </p:txBody>
      </p:sp>
    </p:spTree>
    <p:extLst>
      <p:ext uri="{BB962C8B-B14F-4D97-AF65-F5344CB8AC3E}">
        <p14:creationId xmlns:p14="http://schemas.microsoft.com/office/powerpoint/2010/main" val="231819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graph&#10;&#10;AI-generated content may be incorrect.">
            <a:extLst>
              <a:ext uri="{FF2B5EF4-FFF2-40B4-BE49-F238E27FC236}">
                <a16:creationId xmlns:a16="http://schemas.microsoft.com/office/drawing/2014/main" id="{727D3271-C3A6-5391-6680-DDCDBD819062}"/>
              </a:ext>
            </a:extLst>
          </p:cNvPr>
          <p:cNvPicPr>
            <a:picLocks noChangeAspect="1"/>
          </p:cNvPicPr>
          <p:nvPr/>
        </p:nvPicPr>
        <p:blipFill>
          <a:blip r:embed="rId2"/>
          <a:stretch>
            <a:fillRect/>
          </a:stretch>
        </p:blipFill>
        <p:spPr>
          <a:xfrm>
            <a:off x="789857" y="787729"/>
            <a:ext cx="13868906" cy="5300388"/>
          </a:xfrm>
          <a:prstGeom prst="rect">
            <a:avLst/>
          </a:prstGeom>
          <a:noFill/>
        </p:spPr>
      </p:pic>
      <p:sp>
        <p:nvSpPr>
          <p:cNvPr id="3" name="Slide Number Placeholder 2">
            <a:extLst>
              <a:ext uri="{FF2B5EF4-FFF2-40B4-BE49-F238E27FC236}">
                <a16:creationId xmlns:a16="http://schemas.microsoft.com/office/drawing/2014/main" id="{D03AA993-FEC5-3A1B-E530-3880838A027E}"/>
              </a:ext>
            </a:extLst>
          </p:cNvPr>
          <p:cNvSpPr>
            <a:spLocks noGrp="1"/>
          </p:cNvSpPr>
          <p:nvPr>
            <p:ph type="sldNum" sz="quarter" idx="12"/>
          </p:nvPr>
        </p:nvSpPr>
        <p:spPr>
          <a:xfrm>
            <a:off x="11469624" y="5943600"/>
            <a:ext cx="722376" cy="914400"/>
          </a:xfrm>
        </p:spPr>
        <p:txBody>
          <a:bodyPr anchor="t">
            <a:normAutofit/>
          </a:bodyPr>
          <a:lstStyle/>
          <a:p>
            <a:pPr>
              <a:spcAft>
                <a:spcPts val="600"/>
              </a:spcAft>
            </a:pPr>
            <a:fld id="{3E1D1B55-F3E9-1242-8F18-D40061936871}" type="slidenum">
              <a:rPr lang="en-US" smtClean="0"/>
              <a:pPr>
                <a:spcAft>
                  <a:spcPts val="600"/>
                </a:spcAft>
              </a:pPr>
              <a:t>7</a:t>
            </a:fld>
            <a:endParaRPr lang="en-US"/>
          </a:p>
        </p:txBody>
      </p:sp>
      <p:sp>
        <p:nvSpPr>
          <p:cNvPr id="6" name="Title 1">
            <a:extLst>
              <a:ext uri="{FF2B5EF4-FFF2-40B4-BE49-F238E27FC236}">
                <a16:creationId xmlns:a16="http://schemas.microsoft.com/office/drawing/2014/main" id="{79660332-6F04-DB06-AB9B-653EE67A9395}"/>
              </a:ext>
            </a:extLst>
          </p:cNvPr>
          <p:cNvSpPr>
            <a:spLocks noGrp="1"/>
          </p:cNvSpPr>
          <p:nvPr>
            <p:ph type="title"/>
          </p:nvPr>
        </p:nvSpPr>
        <p:spPr>
          <a:xfrm>
            <a:off x="3911600" y="381000"/>
            <a:ext cx="7670800" cy="495300"/>
          </a:xfrm>
        </p:spPr>
        <p:txBody>
          <a:bodyPr/>
          <a:lstStyle/>
          <a:p>
            <a:r>
              <a:rPr lang="en-US"/>
              <a:t>Proposed GRU Pipeline</a:t>
            </a:r>
          </a:p>
        </p:txBody>
      </p:sp>
    </p:spTree>
    <p:extLst>
      <p:ext uri="{BB962C8B-B14F-4D97-AF65-F5344CB8AC3E}">
        <p14:creationId xmlns:p14="http://schemas.microsoft.com/office/powerpoint/2010/main" val="1236156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AE801-9CAC-BDDE-495E-4CE585368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90C8C-6125-42E0-A23A-324AC1DE9AEB}"/>
              </a:ext>
            </a:extLst>
          </p:cNvPr>
          <p:cNvSpPr>
            <a:spLocks noGrp="1"/>
          </p:cNvSpPr>
          <p:nvPr>
            <p:ph type="title"/>
          </p:nvPr>
        </p:nvSpPr>
        <p:spPr>
          <a:xfrm>
            <a:off x="609600" y="457200"/>
            <a:ext cx="10972800" cy="914400"/>
          </a:xfrm>
        </p:spPr>
        <p:txBody>
          <a:bodyPr/>
          <a:lstStyle/>
          <a:p>
            <a:r>
              <a:rPr lang="en-US" dirty="0"/>
              <a:t>Training Process </a:t>
            </a:r>
          </a:p>
        </p:txBody>
      </p:sp>
      <p:sp>
        <p:nvSpPr>
          <p:cNvPr id="5" name="Slide Number Placeholder 4">
            <a:extLst>
              <a:ext uri="{FF2B5EF4-FFF2-40B4-BE49-F238E27FC236}">
                <a16:creationId xmlns:a16="http://schemas.microsoft.com/office/drawing/2014/main" id="{17D098FC-0AF6-7B2A-14E3-E9687215A069}"/>
              </a:ext>
            </a:extLst>
          </p:cNvPr>
          <p:cNvSpPr>
            <a:spLocks noGrp="1"/>
          </p:cNvSpPr>
          <p:nvPr>
            <p:ph type="sldNum" sz="quarter" idx="12"/>
          </p:nvPr>
        </p:nvSpPr>
        <p:spPr>
          <a:xfrm>
            <a:off x="11469624" y="5943600"/>
            <a:ext cx="722376" cy="914400"/>
          </a:xfrm>
        </p:spPr>
        <p:txBody>
          <a:bodyPr/>
          <a:lstStyle/>
          <a:p>
            <a:fld id="{3E1D1B55-F3E9-1242-8F18-D40061936871}" type="slidenum">
              <a:rPr lang="en-US" smtClean="0"/>
              <a:pPr/>
              <a:t>8</a:t>
            </a:fld>
            <a:endParaRPr lang="en-US" dirty="0"/>
          </a:p>
        </p:txBody>
      </p:sp>
      <p:sp>
        <p:nvSpPr>
          <p:cNvPr id="4" name="TextBox 3">
            <a:extLst>
              <a:ext uri="{FF2B5EF4-FFF2-40B4-BE49-F238E27FC236}">
                <a16:creationId xmlns:a16="http://schemas.microsoft.com/office/drawing/2014/main" id="{E1AAA2F7-CC23-4B2C-7E6A-6912A83C3FC5}"/>
              </a:ext>
            </a:extLst>
          </p:cNvPr>
          <p:cNvSpPr txBox="1"/>
          <p:nvPr/>
        </p:nvSpPr>
        <p:spPr>
          <a:xfrm>
            <a:off x="755780" y="1735494"/>
            <a:ext cx="9647853" cy="2951064"/>
          </a:xfrm>
          <a:prstGeom prst="rect">
            <a:avLst/>
          </a:prstGeom>
          <a:noFill/>
        </p:spPr>
        <p:txBody>
          <a:bodyPr wrap="square" lIns="91440" tIns="45720" rIns="91440" bIns="45720" rtlCol="0" anchor="t">
            <a:spAutoFit/>
          </a:bodyPr>
          <a:lstStyle/>
          <a:p>
            <a:pPr algn="just">
              <a:lnSpc>
                <a:spcPct val="150000"/>
              </a:lnSpc>
            </a:pPr>
            <a:r>
              <a:rPr lang="en-US" dirty="0">
                <a:latin typeface="Times New Roman"/>
                <a:cs typeface="Times New Roman"/>
              </a:rPr>
              <a:t>The model is trained using a supervised learning approach, where each input sentence is paired with its corresponding language label. First, sentences are converted into sequences of character IDs and padded to ensure consistent input lengths for batch processing. These sequences are then passed </a:t>
            </a:r>
            <a:r>
              <a:rPr lang="en-US">
                <a:latin typeface="Times New Roman"/>
                <a:cs typeface="Times New Roman"/>
              </a:rPr>
              <a:t>through the </a:t>
            </a:r>
            <a:r>
              <a:rPr lang="en-US" b="1">
                <a:latin typeface="Times New Roman"/>
                <a:cs typeface="Times New Roman"/>
              </a:rPr>
              <a:t>GRU model</a:t>
            </a:r>
            <a:r>
              <a:rPr lang="en-US">
                <a:latin typeface="Times New Roman"/>
                <a:cs typeface="Times New Roman"/>
              </a:rPr>
              <a:t>, which learns to capture patterns in the data. During training, we use the </a:t>
            </a:r>
            <a:r>
              <a:rPr lang="en-US" b="1" dirty="0">
                <a:latin typeface="Times New Roman"/>
                <a:cs typeface="Times New Roman"/>
              </a:rPr>
              <a:t>cross-entropy loss</a:t>
            </a:r>
            <a:r>
              <a:rPr lang="en-US" dirty="0">
                <a:latin typeface="Times New Roman"/>
                <a:cs typeface="Times New Roman"/>
              </a:rPr>
              <a:t> function to measure the difference between predicted and actual labels, and the </a:t>
            </a:r>
            <a:r>
              <a:rPr lang="en-US" b="1" dirty="0">
                <a:latin typeface="Times New Roman"/>
                <a:cs typeface="Times New Roman"/>
              </a:rPr>
              <a:t>Adam optimizer </a:t>
            </a:r>
            <a:r>
              <a:rPr lang="en-US" dirty="0">
                <a:latin typeface="Times New Roman"/>
                <a:cs typeface="Times New Roman"/>
              </a:rPr>
              <a:t>to update the model weights. The training process is repeated over multiple epochs, allowing the model to gradually improve its accuracy and generalize better to unseen data.</a:t>
            </a:r>
          </a:p>
        </p:txBody>
      </p:sp>
    </p:spTree>
    <p:extLst>
      <p:ext uri="{BB962C8B-B14F-4D97-AF65-F5344CB8AC3E}">
        <p14:creationId xmlns:p14="http://schemas.microsoft.com/office/powerpoint/2010/main" val="2474202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EABBE-EDAA-5FAF-2D7C-251EB8F8C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945DE7-2800-B464-FED8-B86892C74E55}"/>
              </a:ext>
            </a:extLst>
          </p:cNvPr>
          <p:cNvSpPr>
            <a:spLocks noGrp="1"/>
          </p:cNvSpPr>
          <p:nvPr>
            <p:ph type="title"/>
          </p:nvPr>
        </p:nvSpPr>
        <p:spPr>
          <a:xfrm>
            <a:off x="609600" y="457200"/>
            <a:ext cx="10972800" cy="914400"/>
          </a:xfrm>
        </p:spPr>
        <p:txBody>
          <a:bodyPr/>
          <a:lstStyle/>
          <a:p>
            <a:r>
              <a:rPr lang="en-US"/>
              <a:t>Evaluation Approach</a:t>
            </a:r>
          </a:p>
        </p:txBody>
      </p:sp>
      <p:sp>
        <p:nvSpPr>
          <p:cNvPr id="5" name="Slide Number Placeholder 4">
            <a:extLst>
              <a:ext uri="{FF2B5EF4-FFF2-40B4-BE49-F238E27FC236}">
                <a16:creationId xmlns:a16="http://schemas.microsoft.com/office/drawing/2014/main" id="{CD6D5F3F-329C-5825-4957-57C5D17342B2}"/>
              </a:ext>
            </a:extLst>
          </p:cNvPr>
          <p:cNvSpPr>
            <a:spLocks noGrp="1"/>
          </p:cNvSpPr>
          <p:nvPr>
            <p:ph type="sldNum" sz="quarter" idx="12"/>
          </p:nvPr>
        </p:nvSpPr>
        <p:spPr>
          <a:xfrm>
            <a:off x="11469624" y="5943600"/>
            <a:ext cx="722376" cy="914400"/>
          </a:xfrm>
        </p:spPr>
        <p:txBody>
          <a:bodyPr/>
          <a:lstStyle/>
          <a:p>
            <a:fld id="{3E1D1B55-F3E9-1242-8F18-D40061936871}" type="slidenum">
              <a:rPr lang="en-US" smtClean="0"/>
              <a:pPr/>
              <a:t>9</a:t>
            </a:fld>
            <a:endParaRPr lang="en-US" dirty="0"/>
          </a:p>
        </p:txBody>
      </p:sp>
      <p:sp>
        <p:nvSpPr>
          <p:cNvPr id="4" name="TextBox 3">
            <a:extLst>
              <a:ext uri="{FF2B5EF4-FFF2-40B4-BE49-F238E27FC236}">
                <a16:creationId xmlns:a16="http://schemas.microsoft.com/office/drawing/2014/main" id="{4757F5C7-26E3-CBBE-E894-3A88C0E1ED38}"/>
              </a:ext>
            </a:extLst>
          </p:cNvPr>
          <p:cNvSpPr txBox="1"/>
          <p:nvPr/>
        </p:nvSpPr>
        <p:spPr>
          <a:xfrm>
            <a:off x="787400" y="1710094"/>
            <a:ext cx="9647853" cy="2120068"/>
          </a:xfrm>
          <a:prstGeom prst="rect">
            <a:avLst/>
          </a:prstGeom>
          <a:noFill/>
        </p:spPr>
        <p:txBody>
          <a:bodyPr wrap="square" lIns="91440" tIns="45720" rIns="91440" bIns="45720" rtlCol="0" anchor="t">
            <a:spAutoFit/>
          </a:bodyPr>
          <a:lstStyle/>
          <a:p>
            <a:pPr algn="just">
              <a:lnSpc>
                <a:spcPct val="150000"/>
              </a:lnSpc>
            </a:pPr>
            <a:r>
              <a:rPr lang="en-US" dirty="0">
                <a:latin typeface="Times New Roman"/>
                <a:cs typeface="Times New Roman"/>
              </a:rPr>
              <a:t>Evaluation is performed using </a:t>
            </a:r>
            <a:r>
              <a:rPr lang="en-US" b="1" dirty="0">
                <a:latin typeface="Times New Roman"/>
                <a:cs typeface="Times New Roman"/>
              </a:rPr>
              <a:t>accuracy </a:t>
            </a:r>
            <a:r>
              <a:rPr lang="en-US" dirty="0">
                <a:latin typeface="Times New Roman"/>
                <a:cs typeface="Times New Roman"/>
              </a:rPr>
              <a:t>and </a:t>
            </a:r>
            <a:r>
              <a:rPr lang="en-US" b="1" dirty="0">
                <a:latin typeface="Times New Roman"/>
                <a:cs typeface="Times New Roman"/>
              </a:rPr>
              <a:t>F1-score</a:t>
            </a:r>
            <a:r>
              <a:rPr lang="en-US" dirty="0">
                <a:latin typeface="Times New Roman"/>
                <a:cs typeface="Times New Roman"/>
              </a:rPr>
              <a:t> as metrics, with a </a:t>
            </a:r>
            <a:r>
              <a:rPr lang="en-US" b="1" dirty="0">
                <a:latin typeface="Times New Roman"/>
                <a:cs typeface="Times New Roman"/>
              </a:rPr>
              <a:t>confusion matrix</a:t>
            </a:r>
            <a:r>
              <a:rPr lang="en-US" dirty="0">
                <a:latin typeface="Times New Roman"/>
                <a:cs typeface="Times New Roman"/>
              </a:rPr>
              <a:t> as a diagnostic for determining which language pairs are often mistaken and in which direction. Since the dataset is almost perfectly balanced, the average accuracy and F1-score should be useful measures. However, a </a:t>
            </a:r>
            <a:r>
              <a:rPr lang="en-US" b="1" dirty="0">
                <a:latin typeface="Times New Roman"/>
                <a:cs typeface="Times New Roman"/>
              </a:rPr>
              <a:t>per-class</a:t>
            </a:r>
            <a:r>
              <a:rPr lang="en-US" dirty="0">
                <a:latin typeface="Times New Roman"/>
                <a:cs typeface="Times New Roman"/>
              </a:rPr>
              <a:t> accuracy and F1-score could also be calculated to ensure performance is consistent across classes and the average does not hide poor prediction for a particular language.</a:t>
            </a:r>
          </a:p>
        </p:txBody>
      </p:sp>
    </p:spTree>
    <p:extLst>
      <p:ext uri="{BB962C8B-B14F-4D97-AF65-F5344CB8AC3E}">
        <p14:creationId xmlns:p14="http://schemas.microsoft.com/office/powerpoint/2010/main" val="4287593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C472A-2327-A22D-6117-0B57AE7C4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B9A55-8568-F8B7-54A7-F944A199A133}"/>
              </a:ext>
            </a:extLst>
          </p:cNvPr>
          <p:cNvSpPr>
            <a:spLocks noGrp="1"/>
          </p:cNvSpPr>
          <p:nvPr>
            <p:ph type="title"/>
          </p:nvPr>
        </p:nvSpPr>
        <p:spPr>
          <a:xfrm>
            <a:off x="609600" y="457200"/>
            <a:ext cx="10972800" cy="914400"/>
          </a:xfrm>
        </p:spPr>
        <p:txBody>
          <a:bodyPr vert="horz" lIns="91440" tIns="45720" rIns="91440" bIns="45720" rtlCol="0" anchor="b" anchorCtr="0">
            <a:normAutofit/>
          </a:bodyPr>
          <a:lstStyle/>
          <a:p>
            <a:r>
              <a:rPr lang="en-US" b="1" kern="1200" dirty="0">
                <a:latin typeface="+mj-lt"/>
                <a:ea typeface="+mj-ea"/>
                <a:cs typeface="+mj-cs"/>
              </a:rPr>
              <a:t>Evaluation / Results</a:t>
            </a:r>
          </a:p>
        </p:txBody>
      </p:sp>
      <p:sp>
        <p:nvSpPr>
          <p:cNvPr id="4" name="TextBox 3">
            <a:extLst>
              <a:ext uri="{FF2B5EF4-FFF2-40B4-BE49-F238E27FC236}">
                <a16:creationId xmlns:a16="http://schemas.microsoft.com/office/drawing/2014/main" id="{6E8B9253-5CDB-694E-62DE-0F0C3D23A168}"/>
              </a:ext>
            </a:extLst>
          </p:cNvPr>
          <p:cNvSpPr txBox="1"/>
          <p:nvPr/>
        </p:nvSpPr>
        <p:spPr>
          <a:xfrm>
            <a:off x="603447" y="1912525"/>
            <a:ext cx="5321559" cy="3432175"/>
          </a:xfrm>
          <a:prstGeom prst="rect">
            <a:avLst/>
          </a:prstGeom>
          <a:noFill/>
        </p:spPr>
        <p:txBody>
          <a:bodyPr vert="horz" lIns="91440" tIns="45720" rIns="91440" bIns="45720" rtlCol="0" anchor="t">
            <a:normAutofit/>
          </a:bodyPr>
          <a:lstStyle/>
          <a:p>
            <a:pPr fontAlgn="base">
              <a:lnSpc>
                <a:spcPct val="90000"/>
              </a:lnSpc>
              <a:spcBef>
                <a:spcPts val="2000"/>
              </a:spcBef>
              <a:spcAft>
                <a:spcPct val="0"/>
              </a:spcAft>
              <a:buClr>
                <a:schemeClr val="tx2"/>
              </a:buClr>
            </a:pPr>
            <a:r>
              <a:rPr lang="en-US" altLang="en-US" dirty="0" err="1">
                <a:latin typeface="Times New Roman"/>
                <a:cs typeface="Times New Roman"/>
              </a:rPr>
              <a:t>Uing</a:t>
            </a:r>
            <a:r>
              <a:rPr lang="en-US" altLang="en-US" dirty="0">
                <a:latin typeface="Times New Roman"/>
                <a:cs typeface="Times New Roman"/>
              </a:rPr>
              <a:t> a preliminary baseline GRU stack:</a:t>
            </a:r>
          </a:p>
          <a:p>
            <a:pPr marL="200660" indent="-200660">
              <a:lnSpc>
                <a:spcPct val="90000"/>
              </a:lnSpc>
              <a:spcBef>
                <a:spcPts val="2000"/>
              </a:spcBef>
              <a:spcAft>
                <a:spcPct val="0"/>
              </a:spcAft>
              <a:buClr>
                <a:schemeClr val="tx2"/>
              </a:buClr>
              <a:buFont typeface="Wingdings" pitchFamily="2" charset="2"/>
              <a:buChar char="§"/>
            </a:pPr>
            <a:r>
              <a:rPr lang="en-US" altLang="en-US" b="1" dirty="0">
                <a:latin typeface="Times New Roman"/>
                <a:cs typeface="Times New Roman"/>
              </a:rPr>
              <a:t>Validation Accuracy: </a:t>
            </a:r>
            <a:r>
              <a:rPr lang="en-US" altLang="en-US" dirty="0">
                <a:latin typeface="Times New Roman"/>
                <a:cs typeface="Times New Roman"/>
              </a:rPr>
              <a:t>The model achieves high accuracy on the validation set, indicating good generalization to unseen data. </a:t>
            </a:r>
            <a:endParaRPr lang="en-US">
              <a:latin typeface="Times New Roman"/>
              <a:cs typeface="Times New Roman"/>
            </a:endParaRPr>
          </a:p>
          <a:p>
            <a:pPr marL="200660" indent="-200660" fontAlgn="base">
              <a:lnSpc>
                <a:spcPct val="90000"/>
              </a:lnSpc>
              <a:spcBef>
                <a:spcPts val="2000"/>
              </a:spcBef>
              <a:spcAft>
                <a:spcPct val="0"/>
              </a:spcAft>
              <a:buClr>
                <a:schemeClr val="tx2"/>
              </a:buClr>
              <a:buFont typeface="Wingdings" pitchFamily="2" charset="2"/>
              <a:buChar char="§"/>
            </a:pPr>
            <a:r>
              <a:rPr lang="en-US" altLang="en-US" b="1" dirty="0">
                <a:latin typeface="Times New Roman"/>
                <a:cs typeface="Times New Roman"/>
              </a:rPr>
              <a:t>Training Performance: </a:t>
            </a:r>
            <a:r>
              <a:rPr lang="en-US" altLang="en-US" dirty="0">
                <a:latin typeface="Times New Roman"/>
                <a:cs typeface="Times New Roman"/>
              </a:rPr>
              <a:t>The training curves show increasing accuracy and decreasing loss, demonstrating effective learning over time. </a:t>
            </a:r>
          </a:p>
        </p:txBody>
      </p:sp>
      <p:pic>
        <p:nvPicPr>
          <p:cNvPr id="7" name="Picture 6">
            <a:extLst>
              <a:ext uri="{FF2B5EF4-FFF2-40B4-BE49-F238E27FC236}">
                <a16:creationId xmlns:a16="http://schemas.microsoft.com/office/drawing/2014/main" id="{880B32F2-B155-3D55-5249-6FC70A3AB04D}"/>
              </a:ext>
            </a:extLst>
          </p:cNvPr>
          <p:cNvPicPr>
            <a:picLocks noChangeAspect="1"/>
          </p:cNvPicPr>
          <p:nvPr/>
        </p:nvPicPr>
        <p:blipFill>
          <a:blip r:embed="rId3"/>
          <a:srcRect l="8418" r="2" b="2"/>
          <a:stretch>
            <a:fillRect/>
          </a:stretch>
        </p:blipFill>
        <p:spPr>
          <a:xfrm>
            <a:off x="5925006" y="1513300"/>
            <a:ext cx="5657394" cy="3860885"/>
          </a:xfrm>
          <a:prstGeom prst="rect">
            <a:avLst/>
          </a:prstGeom>
          <a:noFill/>
        </p:spPr>
      </p:pic>
      <p:sp>
        <p:nvSpPr>
          <p:cNvPr id="5" name="Slide Number Placeholder 4">
            <a:extLst>
              <a:ext uri="{FF2B5EF4-FFF2-40B4-BE49-F238E27FC236}">
                <a16:creationId xmlns:a16="http://schemas.microsoft.com/office/drawing/2014/main" id="{875ABCD3-E975-F8D3-85CA-6485326CF510}"/>
              </a:ext>
            </a:extLst>
          </p:cNvPr>
          <p:cNvSpPr>
            <a:spLocks noGrp="1"/>
          </p:cNvSpPr>
          <p:nvPr>
            <p:ph type="sldNum" sz="quarter" idx="12"/>
          </p:nvPr>
        </p:nvSpPr>
        <p:spPr>
          <a:xfrm>
            <a:off x="11469624" y="5943600"/>
            <a:ext cx="722376" cy="914400"/>
          </a:xfrm>
        </p:spPr>
        <p:txBody>
          <a:bodyPr vert="horz" lIns="91440" tIns="265176" rIns="91440" bIns="91440" rtlCol="0" anchor="t" anchorCtr="0">
            <a:normAutofit/>
          </a:bodyPr>
          <a:lstStyle/>
          <a:p>
            <a:pPr>
              <a:spcAft>
                <a:spcPts val="600"/>
              </a:spcAft>
            </a:pPr>
            <a:fld id="{3E1D1B55-F3E9-1242-8F18-D40061936871}" type="slidenum">
              <a:rPr lang="en-US" smtClean="0"/>
              <a:pPr>
                <a:spcAft>
                  <a:spcPts val="600"/>
                </a:spcAft>
              </a:pPr>
              <a:t>10</a:t>
            </a:fld>
            <a:endParaRPr lang="en-US"/>
          </a:p>
        </p:txBody>
      </p:sp>
    </p:spTree>
    <p:extLst>
      <p:ext uri="{BB962C8B-B14F-4D97-AF65-F5344CB8AC3E}">
        <p14:creationId xmlns:p14="http://schemas.microsoft.com/office/powerpoint/2010/main" val="3749138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2C7BC-2C26-CA48-0D00-2F07EF16C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B7F4F-75A2-3886-6675-0F7CB692698A}"/>
              </a:ext>
            </a:extLst>
          </p:cNvPr>
          <p:cNvSpPr>
            <a:spLocks noGrp="1"/>
          </p:cNvSpPr>
          <p:nvPr>
            <p:ph type="title"/>
          </p:nvPr>
        </p:nvSpPr>
        <p:spPr>
          <a:xfrm>
            <a:off x="609600" y="457200"/>
            <a:ext cx="10972800" cy="914400"/>
          </a:xfrm>
        </p:spPr>
        <p:txBody>
          <a:bodyPr vert="horz" lIns="91440" tIns="45720" rIns="91440" bIns="45720" rtlCol="0" anchor="b" anchorCtr="0">
            <a:normAutofit/>
          </a:bodyPr>
          <a:lstStyle/>
          <a:p>
            <a:r>
              <a:rPr lang="en-US" b="1" kern="1200">
                <a:latin typeface="+mj-lt"/>
                <a:ea typeface="+mj-ea"/>
                <a:cs typeface="+mj-cs"/>
              </a:rPr>
              <a:t>Evaluation / Results</a:t>
            </a:r>
          </a:p>
        </p:txBody>
      </p:sp>
      <p:sp>
        <p:nvSpPr>
          <p:cNvPr id="4" name="TextBox 3">
            <a:extLst>
              <a:ext uri="{FF2B5EF4-FFF2-40B4-BE49-F238E27FC236}">
                <a16:creationId xmlns:a16="http://schemas.microsoft.com/office/drawing/2014/main" id="{D6C16799-4988-E85A-8CCB-7275488CF5AF}"/>
              </a:ext>
            </a:extLst>
          </p:cNvPr>
          <p:cNvSpPr txBox="1"/>
          <p:nvPr/>
        </p:nvSpPr>
        <p:spPr>
          <a:xfrm>
            <a:off x="609600" y="1825625"/>
            <a:ext cx="5029200" cy="3432175"/>
          </a:xfrm>
          <a:prstGeom prst="rect">
            <a:avLst/>
          </a:prstGeom>
          <a:noFill/>
        </p:spPr>
        <p:txBody>
          <a:bodyPr vert="horz" lIns="91440" tIns="45720" rIns="91440" bIns="45720" rtlCol="0" anchor="t">
            <a:noAutofit/>
          </a:bodyPr>
          <a:lstStyle/>
          <a:p>
            <a:pPr marL="200660" indent="-200660" fontAlgn="base">
              <a:lnSpc>
                <a:spcPct val="90000"/>
              </a:lnSpc>
              <a:spcBef>
                <a:spcPts val="2000"/>
              </a:spcBef>
              <a:spcAft>
                <a:spcPct val="0"/>
              </a:spcAft>
              <a:buClr>
                <a:schemeClr val="tx2"/>
              </a:buClr>
              <a:buFont typeface="Wingdings" pitchFamily="2" charset="2"/>
              <a:buChar char="§"/>
            </a:pPr>
            <a:r>
              <a:rPr lang="en-US" altLang="en-US" b="1">
                <a:latin typeface="Times New Roman"/>
                <a:cs typeface="Times New Roman"/>
              </a:rPr>
              <a:t>Confusion Matrix Analysis</a:t>
            </a:r>
            <a:r>
              <a:rPr lang="en-US" altLang="en-US" dirty="0">
                <a:latin typeface="Times New Roman"/>
                <a:cs typeface="Times New Roman"/>
              </a:rPr>
              <a:t>                              </a:t>
            </a:r>
            <a:r>
              <a:rPr lang="en-US" altLang="en-US">
                <a:latin typeface="Times New Roman"/>
                <a:cs typeface="Times New Roman"/>
              </a:rPr>
              <a:t>The confusion matrix shows most predictions are </a:t>
            </a:r>
            <a:r>
              <a:rPr lang="en-US" altLang="en-US" dirty="0">
                <a:latin typeface="Times New Roman"/>
                <a:cs typeface="Times New Roman"/>
              </a:rPr>
              <a:t>correct, with some errors between similar languages. </a:t>
            </a:r>
            <a:endParaRPr lang="en-US">
              <a:latin typeface="Times New Roman"/>
              <a:cs typeface="Times New Roman"/>
            </a:endParaRPr>
          </a:p>
          <a:p>
            <a:pPr marL="200660" indent="-200660" fontAlgn="base">
              <a:lnSpc>
                <a:spcPct val="90000"/>
              </a:lnSpc>
              <a:spcBef>
                <a:spcPts val="2000"/>
              </a:spcBef>
              <a:spcAft>
                <a:spcPct val="0"/>
              </a:spcAft>
              <a:buClr>
                <a:schemeClr val="tx2"/>
              </a:buClr>
              <a:buFont typeface="Wingdings" pitchFamily="2" charset="2"/>
              <a:buChar char="§"/>
            </a:pPr>
            <a:r>
              <a:rPr lang="en-US" altLang="en-US" b="1" dirty="0">
                <a:latin typeface="Times New Roman"/>
                <a:cs typeface="Times New Roman"/>
              </a:rPr>
              <a:t>Performance Across Languages</a:t>
            </a:r>
            <a:br>
              <a:rPr lang="en-US" altLang="en-US" dirty="0">
                <a:latin typeface="Times New Roman" panose="02020603050405020304" pitchFamily="18" charset="0"/>
                <a:cs typeface="Times New Roman" panose="02020603050405020304" pitchFamily="18" charset="0"/>
              </a:rPr>
            </a:br>
            <a:r>
              <a:rPr lang="en-US" altLang="en-US" dirty="0">
                <a:latin typeface="Times New Roman"/>
                <a:cs typeface="Times New Roman"/>
              </a:rPr>
              <a:t>The model performs better on languages with distinct patterns and slightly worse on similar </a:t>
            </a:r>
            <a:r>
              <a:rPr lang="en-US" altLang="en-US">
                <a:latin typeface="Times New Roman"/>
                <a:cs typeface="Times New Roman"/>
              </a:rPr>
              <a:t>ones such as Spanish/Portuguese/Italian.</a:t>
            </a:r>
          </a:p>
          <a:p>
            <a:pPr marL="200660" lvl="0" indent="-200660" fontAlgn="base">
              <a:lnSpc>
                <a:spcPct val="90000"/>
              </a:lnSpc>
              <a:spcBef>
                <a:spcPts val="2000"/>
              </a:spcBef>
              <a:spcAft>
                <a:spcPct val="0"/>
              </a:spcAft>
              <a:buClr>
                <a:schemeClr val="tx2"/>
              </a:buClr>
              <a:buFont typeface="Wingdings" pitchFamily="2" charset="2"/>
              <a:buChar char="§"/>
            </a:pPr>
            <a:r>
              <a:rPr lang="en-US" altLang="en-US" b="1" dirty="0">
                <a:latin typeface="Times New Roman"/>
                <a:cs typeface="Times New Roman"/>
              </a:rPr>
              <a:t>Key Observations</a:t>
            </a:r>
            <a:br>
              <a:rPr lang="en-US" altLang="en-US" dirty="0">
                <a:latin typeface="Times New Roman" panose="02020603050405020304" pitchFamily="18" charset="0"/>
                <a:cs typeface="Times New Roman" panose="02020603050405020304" pitchFamily="18" charset="0"/>
              </a:rPr>
            </a:br>
            <a:r>
              <a:rPr lang="en-US" altLang="en-US" dirty="0">
                <a:latin typeface="Times New Roman"/>
                <a:cs typeface="Times New Roman"/>
              </a:rPr>
              <a:t>Errors mainly occur with short sentences and languages that share similar character structures. </a:t>
            </a:r>
          </a:p>
        </p:txBody>
      </p:sp>
      <p:pic>
        <p:nvPicPr>
          <p:cNvPr id="6" name="Picture 5">
            <a:extLst>
              <a:ext uri="{FF2B5EF4-FFF2-40B4-BE49-F238E27FC236}">
                <a16:creationId xmlns:a16="http://schemas.microsoft.com/office/drawing/2014/main" id="{DB37DE0A-BFCD-14F2-2A45-BCDC925A6E40}"/>
              </a:ext>
            </a:extLst>
          </p:cNvPr>
          <p:cNvPicPr>
            <a:picLocks noChangeAspect="1"/>
          </p:cNvPicPr>
          <p:nvPr/>
        </p:nvPicPr>
        <p:blipFill>
          <a:blip r:embed="rId3"/>
          <a:srcRect t="11008" b="20747"/>
          <a:stretch>
            <a:fillRect/>
          </a:stretch>
        </p:blipFill>
        <p:spPr>
          <a:xfrm>
            <a:off x="5781449" y="1600201"/>
            <a:ext cx="5689836" cy="3883024"/>
          </a:xfrm>
          <a:prstGeom prst="rect">
            <a:avLst/>
          </a:prstGeom>
          <a:noFill/>
        </p:spPr>
      </p:pic>
      <p:sp>
        <p:nvSpPr>
          <p:cNvPr id="5" name="Slide Number Placeholder 4">
            <a:extLst>
              <a:ext uri="{FF2B5EF4-FFF2-40B4-BE49-F238E27FC236}">
                <a16:creationId xmlns:a16="http://schemas.microsoft.com/office/drawing/2014/main" id="{0A587FE1-4FE2-4102-1C3B-8F1B66FFF595}"/>
              </a:ext>
            </a:extLst>
          </p:cNvPr>
          <p:cNvSpPr>
            <a:spLocks noGrp="1"/>
          </p:cNvSpPr>
          <p:nvPr>
            <p:ph type="sldNum" sz="quarter" idx="12"/>
          </p:nvPr>
        </p:nvSpPr>
        <p:spPr>
          <a:xfrm>
            <a:off x="11469624" y="5943600"/>
            <a:ext cx="722376" cy="914400"/>
          </a:xfrm>
        </p:spPr>
        <p:txBody>
          <a:bodyPr vert="horz" lIns="91440" tIns="265176" rIns="91440" bIns="91440" rtlCol="0" anchor="t" anchorCtr="0">
            <a:normAutofit/>
          </a:bodyPr>
          <a:lstStyle/>
          <a:p>
            <a:pPr>
              <a:spcAft>
                <a:spcPts val="600"/>
              </a:spcAft>
            </a:pPr>
            <a:fld id="{3E1D1B55-F3E9-1242-8F18-D40061936871}" type="slidenum">
              <a:rPr lang="en-US" smtClean="0"/>
              <a:pPr>
                <a:spcAft>
                  <a:spcPts val="600"/>
                </a:spcAft>
              </a:pPr>
              <a:t>11</a:t>
            </a:fld>
            <a:endParaRPr lang="en-US"/>
          </a:p>
        </p:txBody>
      </p:sp>
    </p:spTree>
    <p:extLst>
      <p:ext uri="{BB962C8B-B14F-4D97-AF65-F5344CB8AC3E}">
        <p14:creationId xmlns:p14="http://schemas.microsoft.com/office/powerpoint/2010/main" val="1256793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F417D-DFD7-1453-1F62-D92E21E644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4B365-6C3A-F723-A84B-A6E91FC1E149}"/>
              </a:ext>
            </a:extLst>
          </p:cNvPr>
          <p:cNvSpPr>
            <a:spLocks noGrp="1"/>
          </p:cNvSpPr>
          <p:nvPr>
            <p:ph type="title"/>
          </p:nvPr>
        </p:nvSpPr>
        <p:spPr>
          <a:xfrm>
            <a:off x="609600" y="457200"/>
            <a:ext cx="10972800" cy="914400"/>
          </a:xfrm>
        </p:spPr>
        <p:txBody>
          <a:bodyPr vert="horz" lIns="91440" tIns="45720" rIns="91440" bIns="45720" rtlCol="0" anchor="b" anchorCtr="0">
            <a:normAutofit/>
          </a:bodyPr>
          <a:lstStyle/>
          <a:p>
            <a:r>
              <a:rPr lang="en-US" b="1" kern="1200" dirty="0">
                <a:latin typeface="+mj-lt"/>
                <a:ea typeface="+mj-ea"/>
                <a:cs typeface="+mj-cs"/>
              </a:rPr>
              <a:t>Challenges </a:t>
            </a:r>
          </a:p>
        </p:txBody>
      </p:sp>
      <p:sp>
        <p:nvSpPr>
          <p:cNvPr id="4" name="TextBox 3">
            <a:extLst>
              <a:ext uri="{FF2B5EF4-FFF2-40B4-BE49-F238E27FC236}">
                <a16:creationId xmlns:a16="http://schemas.microsoft.com/office/drawing/2014/main" id="{DF53012C-84D6-8D75-6C31-87F7E49D5552}"/>
              </a:ext>
            </a:extLst>
          </p:cNvPr>
          <p:cNvSpPr txBox="1"/>
          <p:nvPr/>
        </p:nvSpPr>
        <p:spPr>
          <a:xfrm>
            <a:off x="712237" y="1517714"/>
            <a:ext cx="10157927" cy="3432175"/>
          </a:xfrm>
          <a:prstGeom prst="rect">
            <a:avLst/>
          </a:prstGeom>
          <a:noFill/>
        </p:spPr>
        <p:txBody>
          <a:bodyPr vert="horz" lIns="91440" tIns="45720" rIns="91440" bIns="45720" rtlCol="0" anchor="t">
            <a:noAutofit/>
          </a:bodyPr>
          <a:lstStyle/>
          <a:p>
            <a:pPr marL="285750" indent="-285750" eaLnBrk="0" fontAlgn="base" hangingPunct="0">
              <a:lnSpc>
                <a:spcPct val="150000"/>
              </a:lnSpc>
              <a:spcBef>
                <a:spcPct val="0"/>
              </a:spcBef>
              <a:spcAft>
                <a:spcPct val="0"/>
              </a:spcAft>
              <a:buFont typeface="Wingdings" panose="05000000000000000000" pitchFamily="2" charset="2"/>
              <a:buChar char="v"/>
            </a:pPr>
            <a:r>
              <a:rPr lang="en-US" altLang="en-US" b="1">
                <a:latin typeface="Times New Roman"/>
                <a:cs typeface="Times New Roman"/>
              </a:rPr>
              <a:t>Similar languages (e.g., Portuguese vs Spanish): </a:t>
            </a:r>
            <a:r>
              <a:rPr lang="en-US" altLang="en-US" dirty="0">
                <a:latin typeface="Times New Roman"/>
                <a:cs typeface="Times New Roman"/>
              </a:rPr>
              <a:t>Languages with similar vocabulary and structure can confuse the model. </a:t>
            </a:r>
          </a:p>
          <a:p>
            <a:pPr marL="285750" indent="-285750" eaLnBrk="0" fontAlgn="base" hangingPunct="0">
              <a:lnSpc>
                <a:spcPct val="150000"/>
              </a:lnSpc>
              <a:spcBef>
                <a:spcPct val="0"/>
              </a:spcBef>
              <a:spcAft>
                <a:spcPct val="0"/>
              </a:spcAft>
              <a:buFont typeface="Wingdings" panose="05000000000000000000" pitchFamily="2" charset="2"/>
              <a:buChar char="v"/>
            </a:pPr>
            <a:r>
              <a:rPr lang="en-US" altLang="en-US" b="1" dirty="0">
                <a:latin typeface="Times New Roman"/>
                <a:cs typeface="Times New Roman"/>
              </a:rPr>
              <a:t>Short sentences: </a:t>
            </a:r>
            <a:r>
              <a:rPr lang="en-US" altLang="en-US" dirty="0">
                <a:latin typeface="Times New Roman"/>
                <a:cs typeface="Times New Roman"/>
              </a:rPr>
              <a:t>Limited context makes it harder to accurately identify the language. </a:t>
            </a:r>
          </a:p>
          <a:p>
            <a:pPr marL="285750" indent="-285750" eaLnBrk="0" fontAlgn="base" hangingPunct="0">
              <a:lnSpc>
                <a:spcPct val="150000"/>
              </a:lnSpc>
              <a:spcBef>
                <a:spcPct val="0"/>
              </a:spcBef>
              <a:spcAft>
                <a:spcPct val="0"/>
              </a:spcAft>
              <a:buFont typeface="Wingdings" panose="05000000000000000000" pitchFamily="2" charset="2"/>
              <a:buChar char="v"/>
            </a:pPr>
            <a:r>
              <a:rPr lang="en-US" altLang="en-US" b="1" dirty="0">
                <a:latin typeface="Times New Roman"/>
                <a:cs typeface="Times New Roman"/>
              </a:rPr>
              <a:t>Limited dataset </a:t>
            </a:r>
            <a:r>
              <a:rPr lang="en-US" altLang="en-US" b="1">
                <a:latin typeface="Times New Roman"/>
                <a:cs typeface="Times New Roman"/>
              </a:rPr>
              <a:t>size: </a:t>
            </a:r>
            <a:r>
              <a:rPr lang="en-US" altLang="en-US" dirty="0">
                <a:latin typeface="Times New Roman"/>
                <a:cs typeface="Times New Roman"/>
              </a:rPr>
              <a:t>Fewer examples can reduce the model’s ability to generalize. </a:t>
            </a:r>
          </a:p>
          <a:p>
            <a:pPr marL="285750" indent="-285750" eaLnBrk="0" fontAlgn="base" hangingPunct="0">
              <a:lnSpc>
                <a:spcPct val="150000"/>
              </a:lnSpc>
              <a:spcBef>
                <a:spcPct val="0"/>
              </a:spcBef>
              <a:spcAft>
                <a:spcPct val="0"/>
              </a:spcAft>
              <a:buFont typeface="Wingdings" panose="05000000000000000000" pitchFamily="2" charset="2"/>
              <a:buChar char="v"/>
            </a:pPr>
            <a:r>
              <a:rPr lang="en-US" altLang="en-US" b="1" dirty="0">
                <a:latin typeface="Times New Roman"/>
                <a:cs typeface="Times New Roman"/>
              </a:rPr>
              <a:t>Character </a:t>
            </a:r>
            <a:r>
              <a:rPr lang="en-US" altLang="en-US" b="1">
                <a:latin typeface="Times New Roman"/>
                <a:cs typeface="Times New Roman"/>
              </a:rPr>
              <a:t>overlap: </a:t>
            </a:r>
            <a:r>
              <a:rPr lang="en-US" altLang="en-US" dirty="0">
                <a:latin typeface="Times New Roman"/>
                <a:cs typeface="Times New Roman"/>
              </a:rPr>
              <a:t>Many languages share common characters, making distinctions more difficult. </a:t>
            </a:r>
          </a:p>
        </p:txBody>
      </p:sp>
      <p:sp>
        <p:nvSpPr>
          <p:cNvPr id="5" name="Slide Number Placeholder 4">
            <a:extLst>
              <a:ext uri="{FF2B5EF4-FFF2-40B4-BE49-F238E27FC236}">
                <a16:creationId xmlns:a16="http://schemas.microsoft.com/office/drawing/2014/main" id="{636FBF12-D5DE-FB2B-ADD0-92B27A84B9D3}"/>
              </a:ext>
            </a:extLst>
          </p:cNvPr>
          <p:cNvSpPr>
            <a:spLocks noGrp="1"/>
          </p:cNvSpPr>
          <p:nvPr>
            <p:ph type="sldNum" sz="quarter" idx="12"/>
          </p:nvPr>
        </p:nvSpPr>
        <p:spPr>
          <a:xfrm>
            <a:off x="11469624" y="5943600"/>
            <a:ext cx="722376" cy="914400"/>
          </a:xfrm>
        </p:spPr>
        <p:txBody>
          <a:bodyPr vert="horz" lIns="91440" tIns="265176" rIns="91440" bIns="91440" rtlCol="0" anchor="t" anchorCtr="0">
            <a:normAutofit/>
          </a:bodyPr>
          <a:lstStyle/>
          <a:p>
            <a:pPr>
              <a:spcAft>
                <a:spcPts val="600"/>
              </a:spcAft>
            </a:pPr>
            <a:fld id="{3E1D1B55-F3E9-1242-8F18-D40061936871}" type="slidenum">
              <a:rPr lang="en-US" smtClean="0"/>
              <a:pPr>
                <a:spcAft>
                  <a:spcPts val="600"/>
                </a:spcAft>
              </a:pPr>
              <a:t>12</a:t>
            </a:fld>
            <a:endParaRPr lang="en-US"/>
          </a:p>
        </p:txBody>
      </p:sp>
    </p:spTree>
    <p:extLst>
      <p:ext uri="{BB962C8B-B14F-4D97-AF65-F5344CB8AC3E}">
        <p14:creationId xmlns:p14="http://schemas.microsoft.com/office/powerpoint/2010/main" val="3762197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97EED-2339-1E5A-7DEC-C334EA98AA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8AF66-720D-9161-B889-B90A8DBA3408}"/>
              </a:ext>
            </a:extLst>
          </p:cNvPr>
          <p:cNvSpPr>
            <a:spLocks noGrp="1"/>
          </p:cNvSpPr>
          <p:nvPr>
            <p:ph type="title"/>
          </p:nvPr>
        </p:nvSpPr>
        <p:spPr>
          <a:xfrm>
            <a:off x="609600" y="457200"/>
            <a:ext cx="10972800" cy="914400"/>
          </a:xfrm>
        </p:spPr>
        <p:txBody>
          <a:bodyPr vert="horz" lIns="91440" tIns="45720" rIns="91440" bIns="45720" rtlCol="0" anchor="b" anchorCtr="0">
            <a:normAutofit/>
          </a:bodyPr>
          <a:lstStyle/>
          <a:p>
            <a:r>
              <a:rPr lang="en-US" b="1" kern="1200" dirty="0">
                <a:latin typeface="+mj-lt"/>
                <a:ea typeface="+mj-ea"/>
                <a:cs typeface="+mj-cs"/>
              </a:rPr>
              <a:t>Conclusion  </a:t>
            </a:r>
          </a:p>
        </p:txBody>
      </p:sp>
      <p:sp>
        <p:nvSpPr>
          <p:cNvPr id="4" name="TextBox 3">
            <a:extLst>
              <a:ext uri="{FF2B5EF4-FFF2-40B4-BE49-F238E27FC236}">
                <a16:creationId xmlns:a16="http://schemas.microsoft.com/office/drawing/2014/main" id="{7393F1AE-F555-ACF3-BD7E-BA3BC7D9AD1A}"/>
              </a:ext>
            </a:extLst>
          </p:cNvPr>
          <p:cNvSpPr txBox="1"/>
          <p:nvPr/>
        </p:nvSpPr>
        <p:spPr>
          <a:xfrm>
            <a:off x="712237" y="1517714"/>
            <a:ext cx="10157927" cy="3432175"/>
          </a:xfrm>
          <a:prstGeom prst="rect">
            <a:avLst/>
          </a:prstGeom>
          <a:noFill/>
        </p:spPr>
        <p:txBody>
          <a:bodyPr vert="horz" lIns="91440" tIns="45720" rIns="91440" bIns="45720" rtlCol="0" anchor="t">
            <a:noAutofit/>
          </a:bodyPr>
          <a:lstStyle/>
          <a:p>
            <a:pPr lvl="0" algn="just" eaLnBrk="0" fontAlgn="base" hangingPunct="0">
              <a:lnSpc>
                <a:spcPct val="150000"/>
              </a:lnSpc>
              <a:spcBef>
                <a:spcPct val="0"/>
              </a:spcBef>
              <a:spcAft>
                <a:spcPct val="0"/>
              </a:spcAft>
            </a:pPr>
            <a:r>
              <a:rPr lang="en-US" sz="2000" dirty="0">
                <a:latin typeface="Times New Roman"/>
                <a:cs typeface="Times New Roman"/>
              </a:rPr>
              <a:t>In conclusion, this discussion assignment  demonstrates that Recurrent Neural Networks are effective for language detection tasks. By using a character-level approach, the model is able to capture important linguistic patterns such as spelling, accents, and structure, which are essential for distinguishing between languages. Overall, the model achieves strong performance on multilingual data, showing its ability to generalize across different languages and sentence variations.</a:t>
            </a:r>
            <a:endParaRPr lang="en-US" altLang="en-US" sz="2000" dirty="0">
              <a:latin typeface="Times New Roman"/>
              <a:cs typeface="Times New Roman"/>
            </a:endParaRPr>
          </a:p>
        </p:txBody>
      </p:sp>
      <p:sp>
        <p:nvSpPr>
          <p:cNvPr id="5" name="Slide Number Placeholder 4">
            <a:extLst>
              <a:ext uri="{FF2B5EF4-FFF2-40B4-BE49-F238E27FC236}">
                <a16:creationId xmlns:a16="http://schemas.microsoft.com/office/drawing/2014/main" id="{5C92C161-F53E-4153-92E8-E20CC4677E8A}"/>
              </a:ext>
            </a:extLst>
          </p:cNvPr>
          <p:cNvSpPr>
            <a:spLocks noGrp="1"/>
          </p:cNvSpPr>
          <p:nvPr>
            <p:ph type="sldNum" sz="quarter" idx="12"/>
          </p:nvPr>
        </p:nvSpPr>
        <p:spPr>
          <a:xfrm>
            <a:off x="11469624" y="5943600"/>
            <a:ext cx="722376" cy="914400"/>
          </a:xfrm>
        </p:spPr>
        <p:txBody>
          <a:bodyPr vert="horz" lIns="91440" tIns="265176" rIns="91440" bIns="91440" rtlCol="0" anchor="t" anchorCtr="0">
            <a:normAutofit/>
          </a:bodyPr>
          <a:lstStyle/>
          <a:p>
            <a:pPr>
              <a:spcAft>
                <a:spcPts val="600"/>
              </a:spcAft>
            </a:pPr>
            <a:fld id="{3E1D1B55-F3E9-1242-8F18-D40061936871}" type="slidenum">
              <a:rPr lang="en-US" smtClean="0"/>
              <a:pPr>
                <a:spcAft>
                  <a:spcPts val="600"/>
                </a:spcAft>
              </a:pPr>
              <a:t>13</a:t>
            </a:fld>
            <a:endParaRPr lang="en-US"/>
          </a:p>
        </p:txBody>
      </p:sp>
    </p:spTree>
    <p:extLst>
      <p:ext uri="{BB962C8B-B14F-4D97-AF65-F5344CB8AC3E}">
        <p14:creationId xmlns:p14="http://schemas.microsoft.com/office/powerpoint/2010/main" val="1093230751"/>
      </p:ext>
    </p:extLst>
  </p:cSld>
  <p:clrMapOvr>
    <a:masterClrMapping/>
  </p:clrMapOvr>
</p:sld>
</file>

<file path=ppt/theme/theme1.xml><?xml version="1.0" encoding="utf-8"?>
<a:theme xmlns:a="http://schemas.openxmlformats.org/drawingml/2006/main" name="PSU Lion Shrine Basic Theme">
  <a:themeElements>
    <a:clrScheme name="PSU Base Color Theme">
      <a:dk1>
        <a:srgbClr val="262626"/>
      </a:dk1>
      <a:lt1>
        <a:srgbClr val="FFFFFF"/>
      </a:lt1>
      <a:dk2>
        <a:srgbClr val="1E407C"/>
      </a:dk2>
      <a:lt2>
        <a:srgbClr val="CCF0FF"/>
      </a:lt2>
      <a:accent1>
        <a:srgbClr val="009CDE"/>
      </a:accent1>
      <a:accent2>
        <a:srgbClr val="1E407C"/>
      </a:accent2>
      <a:accent3>
        <a:srgbClr val="A2AAAD"/>
      </a:accent3>
      <a:accent4>
        <a:srgbClr val="96BEE6"/>
      </a:accent4>
      <a:accent5>
        <a:srgbClr val="3EA39E"/>
      </a:accent5>
      <a:accent6>
        <a:srgbClr val="304D64"/>
      </a:accent6>
      <a:hlink>
        <a:srgbClr val="005FA9"/>
      </a:hlink>
      <a:folHlink>
        <a:srgbClr val="AC8DCE"/>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smtClean="0">
            <a:solidFill>
              <a:schemeClr val="bg2"/>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cmpd="sng">
          <a:solidFill>
            <a:schemeClr val="tx2"/>
          </a:solidFill>
          <a:tailEnd type="none"/>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_Lion-Shrine_v03-02.pptx" id="{EECD4C48-E50B-1046-A306-48A0305B69CD}" vid="{E30A8AC7-AC12-DD4E-B282-32C8B7574D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DCCD62749B4B4083664BED00DF8429" ma:contentTypeVersion="6" ma:contentTypeDescription="Create a new document." ma:contentTypeScope="" ma:versionID="ecd64f4ff9c6adadab35d837af0f1498">
  <xsd:schema xmlns:xsd="http://www.w3.org/2001/XMLSchema" xmlns:xs="http://www.w3.org/2001/XMLSchema" xmlns:p="http://schemas.microsoft.com/office/2006/metadata/properties" xmlns:ns2="02f12bd4-241b-40f7-86d2-c78e8a596f98" targetNamespace="http://schemas.microsoft.com/office/2006/metadata/properties" ma:root="true" ma:fieldsID="96763709d43db0f8800282d51cc30c1b" ns2:_="">
    <xsd:import namespace="02f12bd4-241b-40f7-86d2-c78e8a596f9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f12bd4-241b-40f7-86d2-c78e8a596f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75B9DCB-10E6-4E10-87B0-179BAE38CB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2f12bd4-241b-40f7-86d2-c78e8a596f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D3C5FBF-CEB1-4F21-9D6B-FCB7D4B4E063}">
  <ds:schemaRefs>
    <ds:schemaRef ds:uri="http://schemas.microsoft.com/sharepoint/v3/contenttype/forms"/>
  </ds:schemaRefs>
</ds:datastoreItem>
</file>

<file path=customXml/itemProps3.xml><?xml version="1.0" encoding="utf-8"?>
<ds:datastoreItem xmlns:ds="http://schemas.openxmlformats.org/officeDocument/2006/customXml" ds:itemID="{63C83BC7-AE5F-43EE-B82C-5758B69134B6}">
  <ds:schemaRefs>
    <ds:schemaRef ds:uri="02f12bd4-241b-40f7-86d2-c78e8a596f98"/>
    <ds:schemaRef ds:uri="http://purl.org/dc/dcmitype/"/>
    <ds:schemaRef ds:uri="http://schemas.microsoft.com/office/infopath/2007/PartnerControls"/>
    <ds:schemaRef ds:uri="http://purl.org/dc/terms/"/>
    <ds:schemaRef ds:uri="http://www.w3.org/XML/1998/namespace"/>
    <ds:schemaRef ds:uri="http://purl.org/dc/elements/1.1/"/>
    <ds:schemaRef ds:uri="http://schemas.microsoft.com/office/2006/documentManagement/types"/>
    <ds:schemaRef ds:uri="http://schemas.openxmlformats.org/package/2006/metadata/core-properties"/>
    <ds:schemaRef ds:uri="http://schemas.microsoft.com/office/2006/metadata/properties"/>
  </ds:schemaRefs>
</ds:datastoreItem>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PPT_Lion-Shrine_v03-2</Template>
  <TotalTime>7253</TotalTime>
  <Words>1072</Words>
  <Application>Microsoft Office PowerPoint</Application>
  <PresentationFormat>Widescreen</PresentationFormat>
  <Paragraphs>109</Paragraphs>
  <Slides>13</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Aptos</vt:lpstr>
      <vt:lpstr>Arial</vt:lpstr>
      <vt:lpstr>Courier New</vt:lpstr>
      <vt:lpstr>Franklin Gothic Book</vt:lpstr>
      <vt:lpstr>Franklin Gothic Medium</vt:lpstr>
      <vt:lpstr>Rockwell</vt:lpstr>
      <vt:lpstr>System Font Regular</vt:lpstr>
      <vt:lpstr>Times New Roman</vt:lpstr>
      <vt:lpstr>Wingdings</vt:lpstr>
      <vt:lpstr>PSU Lion Shrine Basic Theme</vt:lpstr>
      <vt:lpstr>Group Discussion Assignment 4 Team 1 Language Detection using RNNs</vt:lpstr>
      <vt:lpstr>Introduction</vt:lpstr>
      <vt:lpstr>Objectives </vt:lpstr>
      <vt:lpstr>Data Source  </vt:lpstr>
      <vt:lpstr>Approach</vt:lpstr>
      <vt:lpstr>Model Architecture</vt:lpstr>
      <vt:lpstr>Proposed GRU Pipeline</vt:lpstr>
      <vt:lpstr>Training Process </vt:lpstr>
      <vt:lpstr>Evaluation Approach</vt:lpstr>
      <vt:lpstr>Evaluation / Results</vt:lpstr>
      <vt:lpstr>Evaluation / Results</vt:lpstr>
      <vt:lpstr>Challenges </vt:lpstr>
      <vt:lpstr>Conclusion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Analyzing the Socioeconomic Profile of the Foreign-Born Population in Pennsylvania Counties</dc:title>
  <dc:subject/>
  <dc:creator>assia bensafia</dc:creator>
  <cp:keywords>basic, brand, layout, Penn State, PowerPoint, presentation, template</cp:keywords>
  <dc:description/>
  <cp:lastModifiedBy>Bensafia, Assia</cp:lastModifiedBy>
  <cp:revision>212</cp:revision>
  <cp:lastPrinted>2025-07-22T15:00:44Z</cp:lastPrinted>
  <dcterms:created xsi:type="dcterms:W3CDTF">2025-10-06T01:43:15Z</dcterms:created>
  <dcterms:modified xsi:type="dcterms:W3CDTF">2026-04-14T02:35:54Z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0x010100FDDCCD62749B4B4083664BED00DF8429</vt:lpwstr>
  </property>
  <property fmtid="{D5CDD505-2E9C-101B-9397-08002B2CF9AE}" pid="3" name="MediaServiceImageTags">
    <vt:lpwstr/>
  </property>
  <property fmtid="{D5CDD505-2E9C-101B-9397-08002B2CF9AE}" pid="4" name="Version">
    <vt:lpwstr>3.2</vt:lpwstr>
  </property>
</Properties>
</file>